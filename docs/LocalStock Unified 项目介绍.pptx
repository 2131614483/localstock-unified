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 strictFirstAndLastChars="0" saveSubsetFonts="1" autoCompressPictures="0">
  <p:sldMasterIdLst>
    <p:sldMasterId xmlns:r="http://schemas.openxmlformats.org/officeDocument/2006/relationships" id="2147483648" r:id="rId4"/>
    <p:sldMasterId xmlns:r="http://schemas.openxmlformats.org/officeDocument/2006/relationships" id="2147483649" r:id="rId6"/>
  </p:sldMasterIdLst>
  <p:notesMasterIdLst>
    <p:notesMasterId xmlns:r="http://schemas.openxmlformats.org/officeDocument/2006/relationships" r:id="rId26"/>
  </p:notesMasterIdLst>
  <p:sldIdLst>
    <p:sldId xmlns:r="http://schemas.openxmlformats.org/officeDocument/2006/relationships" id="256" r:id="rId7"/>
    <p:sldId xmlns:r="http://schemas.openxmlformats.org/officeDocument/2006/relationships" id="257" r:id="rId8"/>
    <p:sldId xmlns:r="http://schemas.openxmlformats.org/officeDocument/2006/relationships" id="258" r:id="rId9"/>
    <p:sldId xmlns:r="http://schemas.openxmlformats.org/officeDocument/2006/relationships" id="259" r:id="rId10"/>
    <p:sldId xmlns:r="http://schemas.openxmlformats.org/officeDocument/2006/relationships" id="260" r:id="rId11"/>
    <p:sldId xmlns:r="http://schemas.openxmlformats.org/officeDocument/2006/relationships" id="261" r:id="rId12"/>
    <p:sldId xmlns:r="http://schemas.openxmlformats.org/officeDocument/2006/relationships" id="262" r:id="rId13"/>
    <p:sldId xmlns:r="http://schemas.openxmlformats.org/officeDocument/2006/relationships" id="263" r:id="rId14"/>
    <p:sldId xmlns:r="http://schemas.openxmlformats.org/officeDocument/2006/relationships" id="264" r:id="rId15"/>
    <p:sldId xmlns:r="http://schemas.openxmlformats.org/officeDocument/2006/relationships" id="265" r:id="rId16"/>
    <p:sldId xmlns:r="http://schemas.openxmlformats.org/officeDocument/2006/relationships" id="266" r:id="rId17"/>
    <p:sldId xmlns:r="http://schemas.openxmlformats.org/officeDocument/2006/relationships" id="267" r:id="rId18"/>
    <p:sldId xmlns:r="http://schemas.openxmlformats.org/officeDocument/2006/relationships" id="268" r:id="rId19"/>
    <p:sldId xmlns:r="http://schemas.openxmlformats.org/officeDocument/2006/relationships" id="269" r:id="rId20"/>
    <p:sldId xmlns:r="http://schemas.openxmlformats.org/officeDocument/2006/relationships" id="270" r:id="rId21"/>
    <p:sldId xmlns:r="http://schemas.openxmlformats.org/officeDocument/2006/relationships" id="271" r:id="rId22"/>
    <p:sldId xmlns:r="http://schemas.openxmlformats.org/officeDocument/2006/relationships" id="272" r:id="rId23"/>
    <p:sldId xmlns:r="http://schemas.openxmlformats.org/officeDocument/2006/relationships" id="273" r:id="rId24"/>
    <p:sldId xmlns:r="http://schemas.openxmlformats.org/officeDocument/2006/relationships" id="274" r:id="rId25"/>
  </p:sldIdLst>
  <p:sldSz cx="12192000" cy="6858000"/>
  <p:notesSz cx="6858000" cy="9144000"/>
  <p:extLst>
    <p:ext uri="{EFAFB233-063F-42B5-8137-9DF3F51BA10A}">
      <p15:sldGuideLst xmlns:p15="http://schemas.microsoft.com/office/powerpoint/2012/main">
        <p15:guide id="1" orient="horz" pos="1620">
          <p15:clr>
            <a:srgbClr xmlns:a="http://schemas.openxmlformats.org/drawingml/2006/main" val="747775"/>
          </p15:clr>
        </p15:guide>
        <p15:guide id="2" pos="2880">
          <p15:clr>
            <a:srgbClr xmlns:a="http://schemas.openxmlformats.org/drawingml/2006/main"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viewProps" Target="viewProps.xml"/><Relationship Id="rId5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1" Type="http://schemas.openxmlformats.org/officeDocument/2006/relationships/theme" Target="theme/theme3.xml"/><Relationship Id="rId6" Type="http://schemas.openxmlformats.org/officeDocument/2006/relationships/slideMaster" Target="slideMasters/slideMaster2.xml"/><Relationship Id="rId2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p="http://schemas.openxmlformats.org/presentationml/2006/main">
  <p:cSld name="Notes Master 1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xmlns:a="http://schemas.openxmlformats.org/drawingml/2006/main" noGrp="1"/>
          </p:cNvSpPr>
          <p:nvPr>
            <p:ph type="hdr" sz="quarter"/>
          </p:nvPr>
        </p:nvSpPr>
        <p:spPr>
          <a:xfrm xmlns:a="http://schemas.openxmlformats.org/drawingml/2006/main">
            <a:off x="0" y="0"/>
            <a:ext cx="3962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/>
          <a:lstStyle xmlns:a="http://schemas.openxmlformats.org/drawingml/2006/main">
            <a:lvl1pPr algn="l">
              <a:defRPr sz="1200"/>
            </a:lvl1pPr>
          </a:lstStyle>
          <a:p xmlns:a="http://schemas.openxmlformats.org/drawingml/2006/main">
            <a:endParaRPr lang="cs-CZ"/>
          </a:p>
        </p:txBody>
      </p:sp>
      <p:sp>
        <p:nvSpPr>
          <p:cNvPr id="3" name="Date Placeholder 2"/>
          <p:cNvSpPr>
            <a:spLocks xmlns:a="http://schemas.openxmlformats.org/drawingml/2006/main" noGrp="1"/>
          </p:cNvSpPr>
          <p:nvPr>
            <p:ph type="dt" sz="quarter" idx="1"/>
          </p:nvPr>
        </p:nvSpPr>
        <p:spPr>
          <a:xfrm xmlns:a="http://schemas.openxmlformats.org/drawingml/2006/main">
            <a:off x="5180013" y="0"/>
            <a:ext cx="3962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/>
          <a:lstStyle xmlns:a="http://schemas.openxmlformats.org/drawingml/2006/main">
            <a:lvl1pPr algn="r">
              <a:defRPr sz="1200"/>
            </a:lvl1pPr>
          </a:lstStyle>
          <a:p xmlns:a="http://schemas.openxmlformats.org/drawingml/2006/main">
            <a:endParaRPr lang="cs-CZ"/>
          </a:p>
        </p:txBody>
      </p:sp>
      <p:sp>
        <p:nvSpPr>
          <p:cNvPr id="4" name="Slide Image Placeholder 3"/>
          <p:cNvSpPr>
            <a:spLocks xmlns:a="http://schemas.openxmlformats.org/drawingml/2006/main" noGrp="1"/>
          </p:cNvSpPr>
          <p:nvPr>
            <p:ph type="sldImg" sz="quarter" idx="2"/>
          </p:nvPr>
        </p:nvSpPr>
        <p:spPr>
          <a:xfrm xmlns:a="http://schemas.openxmlformats.org/drawingml/2006/main">
            <a:off x="2857500" y="512763"/>
            <a:ext cx="3429000" cy="25669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000000"/>
            </a:solidFill>
          </a:ln>
        </p:spPr>
        <p:txBody>
          <a:bodyPr xmlns:a="http://schemas.openxmlformats.org/drawingml/2006/main" vert="horz" lIns="91440" tIns="45720" rIns="91440" bIns="45720" rtlCol="0" anchor="ctr"/>
          <a:lstStyle xmlns:a="http://schemas.openxmlformats.org/drawingml/2006/main"/>
          <a:p xmlns:a="http://schemas.openxmlformats.org/drawingml/2006/main">
            <a:endParaRPr lang="cs-CZ"/>
          </a:p>
        </p:txBody>
      </p:sp>
      <p:sp>
        <p:nvSpPr>
          <p:cNvPr id="5" name="Notes Placeholder 4"/>
          <p:cNvSpPr>
            <a:spLocks xmlns:a="http://schemas.openxmlformats.org/drawingml/2006/main" noGrp="1"/>
          </p:cNvSpPr>
          <p:nvPr>
            <p:ph type="body" sz="quarter" idx="3" hasCustomPrompt="1"/>
          </p:nvPr>
        </p:nvSpPr>
        <p:spPr>
          <a:xfrm xmlns:a="http://schemas.openxmlformats.org/drawingml/2006/main">
            <a:off x="914400" y="3251200"/>
            <a:ext cx="7315200" cy="308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/>
          <a:lstStyle xmlns:a="http://schemas.openxmlformats.org/drawingml/2006/main"/>
          <a:p xmlns:a="http://schemas.openxmlformats.org/drawingml/2006/main">
            <a:pPr lvl="0"/>
            <a:r>
              <a:rPr lang="en-US">
                <a:solidFill>
                  <a:schemeClr val="tx1"/>
                </a:solidFill>
              </a:rPr>
              <a:t>Click to edit Master text styles</a:t>
            </a:r>
          </a:p>
          <a:p xmlns:a="http://schemas.openxmlformats.org/drawingml/2006/main">
            <a:pPr lvl="1"/>
            <a:r>
              <a:rPr lang="en-US">
                <a:solidFill>
                  <a:schemeClr val="tx1"/>
                </a:solidFill>
              </a:rPr>
              <a:t>Second level</a:t>
            </a:r>
          </a:p>
          <a:p xmlns:a="http://schemas.openxmlformats.org/drawingml/2006/main">
            <a:pPr lvl="2"/>
            <a:r>
              <a:rPr lang="en-US">
                <a:solidFill>
                  <a:schemeClr val="tx1"/>
                </a:solidFill>
              </a:rPr>
              <a:t>Third level</a:t>
            </a:r>
          </a:p>
          <a:p xmlns:a="http://schemas.openxmlformats.org/drawingml/2006/main">
            <a:pPr lvl="3"/>
            <a:r>
              <a:rPr lang="en-US">
                <a:solidFill>
                  <a:schemeClr val="tx1"/>
                </a:solidFill>
              </a:rPr>
              <a:t>Fourth level</a:t>
            </a:r>
          </a:p>
          <a:p xmlns:a="http://schemas.openxmlformats.org/drawingml/2006/main">
            <a:pPr lvl="4"/>
            <a:r>
              <a:rPr lang="en-US">
                <a:solidFill>
                  <a:schemeClr val="tx1"/>
                </a:solidFill>
              </a:rPr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xmlns:a="http://schemas.openxmlformats.org/drawingml/2006/main" noGrp="1"/>
          </p:cNvSpPr>
          <p:nvPr>
            <p:ph type="ftr" sz="quarter" idx="4"/>
          </p:nvPr>
        </p:nvSpPr>
        <p:spPr>
          <a:xfrm xmlns:a="http://schemas.openxmlformats.org/drawingml/2006/main">
            <a:off x="0" y="6502400"/>
            <a:ext cx="3962400" cy="341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 anchor="b"/>
          <a:lstStyle xmlns:a="http://schemas.openxmlformats.org/drawingml/2006/main">
            <a:lvl1pPr algn="l">
              <a:defRPr sz="1200"/>
            </a:lvl1pPr>
          </a:lstStyle>
          <a:p xmlns:a="http://schemas.openxmlformats.org/drawingml/2006/main">
            <a:endParaRPr lang="cs-CZ"/>
          </a:p>
        </p:txBody>
      </p:sp>
      <p:sp>
        <p:nvSpPr>
          <p:cNvPr id="7" name="Slide Number Placeholder 6"/>
          <p:cNvSpPr>
            <a:spLocks xmlns:a="http://schemas.openxmlformats.org/drawingml/2006/main" noGrp="1"/>
          </p:cNvSpPr>
          <p:nvPr>
            <p:ph type="sldNum" sz="quarter" idx="5" hasCustomPrompt="1"/>
          </p:nvPr>
        </p:nvSpPr>
        <p:spPr>
          <a:xfrm xmlns:a="http://schemas.openxmlformats.org/drawingml/2006/main">
            <a:off x="5180013" y="6502400"/>
            <a:ext cx="3962400" cy="341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 anchor="b"/>
          <a:lstStyle xmlns:a="http://schemas.openxmlformats.org/drawingml/2006/main">
            <a:lvl1pPr algn="r">
              <a:defRPr sz="1200"/>
            </a:lvl1pPr>
          </a:lstStyle>
          <a:p xmlns:a="http://schemas.openxmlformats.org/drawingml/2006/main">
            <a:r>
              <a:rPr lang="cs-CZ"/>
              <a:t>&lt;#&gt;</a:t>
            </a:r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p="http://schemas.openxmlformats.org/presentationml/2006/main">
  <p:cSld name="Notes Slide 1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xmlns:a="http://schemas.openxmlformats.org/drawingml/2006/main" noGrp="1"/>
          </p:cNvSpPr>
          <p:nvPr>
            <p:ph type="hdr" sz="quarter"/>
          </p:nvPr>
        </p:nvSpPr>
        <p:spPr>
          <a:xfrm xmlns:a="http://schemas.openxmlformats.org/drawingml/2006/main">
            <a:off x="0" y="0"/>
            <a:ext cx="3962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/>
          <a:lstStyle xmlns:a="http://schemas.openxmlformats.org/drawingml/2006/main">
            <a:lvl1pPr algn="l">
              <a:defRPr sz="1200"/>
            </a:lvl1pPr>
          </a:lstStyle>
          <a:p xmlns:a="http://schemas.openxmlformats.org/drawingml/2006/main">
            <a:endParaRPr lang="cs-CZ"/>
          </a:p>
        </p:txBody>
      </p:sp>
      <p:sp>
        <p:nvSpPr>
          <p:cNvPr id="3" name="Date Placeholder 2"/>
          <p:cNvSpPr>
            <a:spLocks xmlns:a="http://schemas.openxmlformats.org/drawingml/2006/main" noGrp="1"/>
          </p:cNvSpPr>
          <p:nvPr>
            <p:ph type="dt" sz="quarter" idx="1"/>
          </p:nvPr>
        </p:nvSpPr>
        <p:spPr>
          <a:xfrm xmlns:a="http://schemas.openxmlformats.org/drawingml/2006/main">
            <a:off x="5180013" y="0"/>
            <a:ext cx="3962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/>
          <a:lstStyle xmlns:a="http://schemas.openxmlformats.org/drawingml/2006/main">
            <a:lvl1pPr algn="r">
              <a:defRPr sz="1200"/>
            </a:lvl1pPr>
          </a:lstStyle>
          <a:p xmlns:a="http://schemas.openxmlformats.org/drawingml/2006/main">
            <a:endParaRPr lang="cs-CZ"/>
          </a:p>
        </p:txBody>
      </p:sp>
      <p:sp>
        <p:nvSpPr>
          <p:cNvPr id="4" name="Slide Image Placeholder 3"/>
          <p:cNvSpPr>
            <a:spLocks xmlns:a="http://schemas.openxmlformats.org/drawingml/2006/main" noGrp="1"/>
          </p:cNvSpPr>
          <p:nvPr>
            <p:ph type="sldImg" sz="quarter" idx="2"/>
          </p:nvPr>
        </p:nvSpPr>
        <p:spPr>
          <a:xfrm xmlns:a="http://schemas.openxmlformats.org/drawingml/2006/main">
            <a:off x="2857500" y="512763"/>
            <a:ext cx="3429000" cy="25669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000000"/>
            </a:solidFill>
          </a:ln>
        </p:spPr>
        <p:txBody>
          <a:bodyPr xmlns:a="http://schemas.openxmlformats.org/drawingml/2006/main" vert="horz" lIns="91440" tIns="45720" rIns="91440" bIns="45720" rtlCol="0" anchor="ctr"/>
          <a:lstStyle xmlns:a="http://schemas.openxmlformats.org/drawingml/2006/main"/>
          <a:p xmlns:a="http://schemas.openxmlformats.org/drawingml/2006/main">
            <a:endParaRPr lang="cs-CZ"/>
          </a:p>
        </p:txBody>
      </p:sp>
      <p:sp>
        <p:nvSpPr>
          <p:cNvPr id="5" name="Notes Placeholder 4"/>
          <p:cNvSpPr>
            <a:spLocks xmlns:a="http://schemas.openxmlformats.org/drawingml/2006/main" noGrp="1"/>
          </p:cNvSpPr>
          <p:nvPr>
            <p:ph type="body" sz="quarter" idx="3" hasCustomPrompt="1"/>
          </p:nvPr>
        </p:nvSpPr>
        <p:spPr>
          <a:xfrm xmlns:a="http://schemas.openxmlformats.org/drawingml/2006/main">
            <a:off x="914400" y="3251200"/>
            <a:ext cx="7315200" cy="308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/>
          <a:lstStyle xmlns:a="http://schemas.openxmlformats.org/drawingml/2006/main"/>
          <a:p xmlns:a="http://schemas.openxmlformats.org/drawingml/2006/main">
            <a:pPr marL="0" algn="l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这是 LocalStock Unified 项目介绍的封面。</a:t>
            </a:r>
          </a:p>
          <a:p xmlns:a="http://schemas.openxmlformats.org/drawingml/2006/main">
            <a:pPr marL="0" algn="l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一句话定位：把桌面行情软件、聚宽兼容回测服务、价格行为 AI 三件事收敛到同一个本地工作区。</a:t>
            </a:r>
          </a:p>
          <a:p xmlns:a="http://schemas.openxmlformats.org/drawingml/2006/main">
            <a:pPr marL="0" algn="l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强调三个关键词：本地、一体化、免登录。所有数据落在一个 SQLite 文件里。</a:t>
            </a:r>
          </a:p>
        </p:txBody>
      </p:sp>
      <p:sp>
        <p:nvSpPr>
          <p:cNvPr id="6" name="Footer Placeholder 5"/>
          <p:cNvSpPr>
            <a:spLocks xmlns:a="http://schemas.openxmlformats.org/drawingml/2006/main" noGrp="1"/>
          </p:cNvSpPr>
          <p:nvPr>
            <p:ph type="ftr" sz="quarter" idx="4"/>
          </p:nvPr>
        </p:nvSpPr>
        <p:spPr>
          <a:xfrm xmlns:a="http://schemas.openxmlformats.org/drawingml/2006/main">
            <a:off x="0" y="6502400"/>
            <a:ext cx="3962400" cy="341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 anchor="b"/>
          <a:lstStyle xmlns:a="http://schemas.openxmlformats.org/drawingml/2006/main">
            <a:lvl1pPr algn="l">
              <a:defRPr sz="1200"/>
            </a:lvl1pPr>
          </a:lstStyle>
          <a:p xmlns:a="http://schemas.openxmlformats.org/drawingml/2006/main">
            <a:endParaRPr lang="cs-CZ"/>
          </a:p>
        </p:txBody>
      </p:sp>
      <p:sp>
        <p:nvSpPr>
          <p:cNvPr id="7" name="Slide Number Placeholder 6"/>
          <p:cNvSpPr>
            <a:spLocks xmlns:a="http://schemas.openxmlformats.org/drawingml/2006/main" noGrp="1"/>
          </p:cNvSpPr>
          <p:nvPr>
            <p:ph type="sldNum" sz="quarter" idx="5" hasCustomPrompt="1"/>
          </p:nvPr>
        </p:nvSpPr>
        <p:spPr>
          <a:xfrm xmlns:a="http://schemas.openxmlformats.org/drawingml/2006/main">
            <a:off x="5180013" y="6502400"/>
            <a:ext cx="3962400" cy="341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 anchor="b"/>
          <a:lstStyle xmlns:a="http://schemas.openxmlformats.org/drawingml/2006/main">
            <a:lvl1pPr algn="r">
              <a:defRPr sz="1200"/>
            </a:lvl1pPr>
          </a:lstStyle>
          <a:p xmlns:a="http://schemas.openxmlformats.org/drawingml/2006/main">
            <a:r>
              <a:rPr lang="cs-CZ"/>
              <a:t>&lt;#&gt;</a:t>
            </a:r>
            <a:endParaRPr lang="cs-CZ"/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 name="Notes Slide 2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xmlns:a="http://schemas.openxmlformats.org/drawingml/2006/main" noGrp="1"/>
          </p:cNvSpPr>
          <p:nvPr>
            <p:ph type="hdr" sz="quarter"/>
          </p:nvPr>
        </p:nvSpPr>
        <p:spPr>
          <a:xfrm xmlns:a="http://schemas.openxmlformats.org/drawingml/2006/main">
            <a:off x="0" y="0"/>
            <a:ext cx="3962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/>
          <a:lstStyle xmlns:a="http://schemas.openxmlformats.org/drawingml/2006/main">
            <a:lvl1pPr algn="l">
              <a:defRPr sz="1200"/>
            </a:lvl1pPr>
          </a:lstStyle>
          <a:p xmlns:a="http://schemas.openxmlformats.org/drawingml/2006/main">
            <a:endParaRPr lang="cs-CZ"/>
          </a:p>
        </p:txBody>
      </p:sp>
      <p:sp>
        <p:nvSpPr>
          <p:cNvPr id="3" name="Date Placeholder 2"/>
          <p:cNvSpPr>
            <a:spLocks xmlns:a="http://schemas.openxmlformats.org/drawingml/2006/main" noGrp="1"/>
          </p:cNvSpPr>
          <p:nvPr>
            <p:ph type="dt" sz="quarter" idx="1"/>
          </p:nvPr>
        </p:nvSpPr>
        <p:spPr>
          <a:xfrm xmlns:a="http://schemas.openxmlformats.org/drawingml/2006/main">
            <a:off x="5180013" y="0"/>
            <a:ext cx="3962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/>
          <a:lstStyle xmlns:a="http://schemas.openxmlformats.org/drawingml/2006/main">
            <a:lvl1pPr algn="r">
              <a:defRPr sz="1200"/>
            </a:lvl1pPr>
          </a:lstStyle>
          <a:p xmlns:a="http://schemas.openxmlformats.org/drawingml/2006/main">
            <a:endParaRPr lang="cs-CZ"/>
          </a:p>
        </p:txBody>
      </p:sp>
      <p:sp>
        <p:nvSpPr>
          <p:cNvPr id="4" name="Slide Image Placeholder 3"/>
          <p:cNvSpPr>
            <a:spLocks xmlns:a="http://schemas.openxmlformats.org/drawingml/2006/main" noGrp="1"/>
          </p:cNvSpPr>
          <p:nvPr>
            <p:ph type="sldImg" sz="quarter" idx="2"/>
          </p:nvPr>
        </p:nvSpPr>
        <p:spPr>
          <a:xfrm xmlns:a="http://schemas.openxmlformats.org/drawingml/2006/main">
            <a:off x="2857500" y="512763"/>
            <a:ext cx="3429000" cy="25669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000000"/>
            </a:solidFill>
          </a:ln>
        </p:spPr>
        <p:txBody>
          <a:bodyPr xmlns:a="http://schemas.openxmlformats.org/drawingml/2006/main" vert="horz" lIns="91440" tIns="45720" rIns="91440" bIns="45720" rtlCol="0" anchor="ctr"/>
          <a:lstStyle xmlns:a="http://schemas.openxmlformats.org/drawingml/2006/main"/>
          <a:p xmlns:a="http://schemas.openxmlformats.org/drawingml/2006/main">
            <a:endParaRPr lang="cs-CZ"/>
          </a:p>
        </p:txBody>
      </p:sp>
      <p:sp>
        <p:nvSpPr>
          <p:cNvPr id="5" name="Notes Placeholder 4"/>
          <p:cNvSpPr>
            <a:spLocks xmlns:a="http://schemas.openxmlformats.org/drawingml/2006/main" noGrp="1"/>
          </p:cNvSpPr>
          <p:nvPr>
            <p:ph type="body" sz="quarter" idx="3" hasCustomPrompt="1"/>
          </p:nvPr>
        </p:nvSpPr>
        <p:spPr>
          <a:xfrm xmlns:a="http://schemas.openxmlformats.org/drawingml/2006/main">
            <a:off x="914400" y="3251200"/>
            <a:ext cx="7315200" cy="308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/>
          <a:lstStyle xmlns:a="http://schemas.openxmlformats.org/drawingml/2006/main"/>
          <a:p xmlns:a="http://schemas.openxmlformats.org/drawingml/2006/main">
            <a:pPr marL="0" algn="l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这一页是 TL;DR，用五条编号结论讲清楚这个项目是什么。</a:t>
            </a:r>
          </a:p>
          <a:p xmlns:a="http://schemas.openxmlformats.org/drawingml/2006/main">
            <a:pPr marL="0" algn="l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前三条讲三个组件：桌面端、聚宽服务、价格行为 AI。</a:t>
            </a:r>
          </a:p>
          <a:p xmlns:a="http://schemas.openxmlformats.org/drawingml/2006/main">
            <a:pPr marL="0" algn="l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后两条讲约束：唯一行情库、不连云端。</a:t>
            </a:r>
          </a:p>
          <a:p xmlns:a="http://schemas.openxmlformats.org/drawingml/2006/main">
            <a:pPr marL="0" algn="l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强调"收敛"——以前三件事分散在不同目录，现在统一到 LocalStock-unified。</a:t>
            </a:r>
          </a:p>
        </p:txBody>
      </p:sp>
      <p:sp>
        <p:nvSpPr>
          <p:cNvPr id="6" name="Footer Placeholder 5"/>
          <p:cNvSpPr>
            <a:spLocks xmlns:a="http://schemas.openxmlformats.org/drawingml/2006/main" noGrp="1"/>
          </p:cNvSpPr>
          <p:nvPr>
            <p:ph type="ftr" sz="quarter" idx="4"/>
          </p:nvPr>
        </p:nvSpPr>
        <p:spPr>
          <a:xfrm xmlns:a="http://schemas.openxmlformats.org/drawingml/2006/main">
            <a:off x="0" y="6502400"/>
            <a:ext cx="3962400" cy="341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 anchor="b"/>
          <a:lstStyle xmlns:a="http://schemas.openxmlformats.org/drawingml/2006/main">
            <a:lvl1pPr algn="l">
              <a:defRPr sz="1200"/>
            </a:lvl1pPr>
          </a:lstStyle>
          <a:p xmlns:a="http://schemas.openxmlformats.org/drawingml/2006/main">
            <a:endParaRPr lang="cs-CZ"/>
          </a:p>
        </p:txBody>
      </p:sp>
      <p:sp>
        <p:nvSpPr>
          <p:cNvPr id="7" name="Slide Number Placeholder 6"/>
          <p:cNvSpPr>
            <a:spLocks xmlns:a="http://schemas.openxmlformats.org/drawingml/2006/main" noGrp="1"/>
          </p:cNvSpPr>
          <p:nvPr>
            <p:ph type="sldNum" sz="quarter" idx="5" hasCustomPrompt="1"/>
          </p:nvPr>
        </p:nvSpPr>
        <p:spPr>
          <a:xfrm xmlns:a="http://schemas.openxmlformats.org/drawingml/2006/main">
            <a:off x="5180013" y="6502400"/>
            <a:ext cx="3962400" cy="341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 anchor="b"/>
          <a:lstStyle xmlns:a="http://schemas.openxmlformats.org/drawingml/2006/main">
            <a:lvl1pPr algn="r">
              <a:defRPr sz="1200"/>
            </a:lvl1pPr>
          </a:lstStyle>
          <a:p xmlns:a="http://schemas.openxmlformats.org/drawingml/2006/main">
            <a:r>
              <a:rPr lang="cs-CZ"/>
              <a:t>&lt;#&gt;</a:t>
            </a:r>
            <a:endParaRPr lang="cs-CZ"/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 name="Notes Slide 3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xmlns:a="http://schemas.openxmlformats.org/drawingml/2006/main" noGrp="1"/>
          </p:cNvSpPr>
          <p:nvPr>
            <p:ph type="hdr" sz="quarter"/>
          </p:nvPr>
        </p:nvSpPr>
        <p:spPr>
          <a:xfrm xmlns:a="http://schemas.openxmlformats.org/drawingml/2006/main">
            <a:off x="0" y="0"/>
            <a:ext cx="3962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/>
          <a:lstStyle xmlns:a="http://schemas.openxmlformats.org/drawingml/2006/main">
            <a:lvl1pPr algn="l">
              <a:defRPr sz="1200"/>
            </a:lvl1pPr>
          </a:lstStyle>
          <a:p xmlns:a="http://schemas.openxmlformats.org/drawingml/2006/main">
            <a:endParaRPr lang="cs-CZ"/>
          </a:p>
        </p:txBody>
      </p:sp>
      <p:sp>
        <p:nvSpPr>
          <p:cNvPr id="3" name="Date Placeholder 2"/>
          <p:cNvSpPr>
            <a:spLocks xmlns:a="http://schemas.openxmlformats.org/drawingml/2006/main" noGrp="1"/>
          </p:cNvSpPr>
          <p:nvPr>
            <p:ph type="dt" sz="quarter" idx="1"/>
          </p:nvPr>
        </p:nvSpPr>
        <p:spPr>
          <a:xfrm xmlns:a="http://schemas.openxmlformats.org/drawingml/2006/main">
            <a:off x="5180013" y="0"/>
            <a:ext cx="3962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/>
          <a:lstStyle xmlns:a="http://schemas.openxmlformats.org/drawingml/2006/main">
            <a:lvl1pPr algn="r">
              <a:defRPr sz="1200"/>
            </a:lvl1pPr>
          </a:lstStyle>
          <a:p xmlns:a="http://schemas.openxmlformats.org/drawingml/2006/main">
            <a:endParaRPr lang="cs-CZ"/>
          </a:p>
        </p:txBody>
      </p:sp>
      <p:sp>
        <p:nvSpPr>
          <p:cNvPr id="4" name="Slide Image Placeholder 3"/>
          <p:cNvSpPr>
            <a:spLocks xmlns:a="http://schemas.openxmlformats.org/drawingml/2006/main" noGrp="1"/>
          </p:cNvSpPr>
          <p:nvPr>
            <p:ph type="sldImg" sz="quarter" idx="2"/>
          </p:nvPr>
        </p:nvSpPr>
        <p:spPr>
          <a:xfrm xmlns:a="http://schemas.openxmlformats.org/drawingml/2006/main">
            <a:off x="2857500" y="512763"/>
            <a:ext cx="3429000" cy="25669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000000"/>
            </a:solidFill>
          </a:ln>
        </p:spPr>
        <p:txBody>
          <a:bodyPr xmlns:a="http://schemas.openxmlformats.org/drawingml/2006/main" vert="horz" lIns="91440" tIns="45720" rIns="91440" bIns="45720" rtlCol="0" anchor="ctr"/>
          <a:lstStyle xmlns:a="http://schemas.openxmlformats.org/drawingml/2006/main"/>
          <a:p xmlns:a="http://schemas.openxmlformats.org/drawingml/2006/main">
            <a:endParaRPr lang="cs-CZ"/>
          </a:p>
        </p:txBody>
      </p:sp>
      <p:sp>
        <p:nvSpPr>
          <p:cNvPr id="5" name="Notes Placeholder 4"/>
          <p:cNvSpPr>
            <a:spLocks xmlns:a="http://schemas.openxmlformats.org/drawingml/2006/main" noGrp="1"/>
          </p:cNvSpPr>
          <p:nvPr>
            <p:ph type="body" sz="quarter" idx="3" hasCustomPrompt="1"/>
          </p:nvPr>
        </p:nvSpPr>
        <p:spPr>
          <a:xfrm xmlns:a="http://schemas.openxmlformats.org/drawingml/2006/main">
            <a:off x="914400" y="3251200"/>
            <a:ext cx="7315200" cy="308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/>
          <a:lstStyle xmlns:a="http://schemas.openxmlformats.org/drawingml/2006/main"/>
          <a:p xmlns:a="http://schemas.openxmlformats.org/drawingml/2006/main">
            <a:pPr marL="0" algn="l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这是整体架构图。左上角是桌面端，右上角是聚宽服务，底部是行情库和 pa-agent。</a:t>
            </a:r>
          </a:p>
          <a:p xmlns:a="http://schemas.openxmlformats.org/drawingml/2006/main">
            <a:pPr marL="0" algn="l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关键关系：桌面端是唯一入口，通过量化网关调用聚宽服务；桌面端自动拉起 pa-agent；后两者只读行情库。</a:t>
            </a:r>
          </a:p>
          <a:p xmlns:a="http://schemas.openxmlformats.org/drawingml/2006/main">
            <a:pPr marL="0" algn="l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行情库是整个工作区的中心，深色块表示它是权威数据源。</a:t>
            </a:r>
          </a:p>
        </p:txBody>
      </p:sp>
      <p:sp>
        <p:nvSpPr>
          <p:cNvPr id="6" name="Footer Placeholder 5"/>
          <p:cNvSpPr>
            <a:spLocks xmlns:a="http://schemas.openxmlformats.org/drawingml/2006/main" noGrp="1"/>
          </p:cNvSpPr>
          <p:nvPr>
            <p:ph type="ftr" sz="quarter" idx="4"/>
          </p:nvPr>
        </p:nvSpPr>
        <p:spPr>
          <a:xfrm xmlns:a="http://schemas.openxmlformats.org/drawingml/2006/main">
            <a:off x="0" y="6502400"/>
            <a:ext cx="3962400" cy="341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 anchor="b"/>
          <a:lstStyle xmlns:a="http://schemas.openxmlformats.org/drawingml/2006/main">
            <a:lvl1pPr algn="l">
              <a:defRPr sz="1200"/>
            </a:lvl1pPr>
          </a:lstStyle>
          <a:p xmlns:a="http://schemas.openxmlformats.org/drawingml/2006/main">
            <a:endParaRPr lang="cs-CZ"/>
          </a:p>
        </p:txBody>
      </p:sp>
      <p:sp>
        <p:nvSpPr>
          <p:cNvPr id="7" name="Slide Number Placeholder 6"/>
          <p:cNvSpPr>
            <a:spLocks xmlns:a="http://schemas.openxmlformats.org/drawingml/2006/main" noGrp="1"/>
          </p:cNvSpPr>
          <p:nvPr>
            <p:ph type="sldNum" sz="quarter" idx="5" hasCustomPrompt="1"/>
          </p:nvPr>
        </p:nvSpPr>
        <p:spPr>
          <a:xfrm xmlns:a="http://schemas.openxmlformats.org/drawingml/2006/main">
            <a:off x="5180013" y="6502400"/>
            <a:ext cx="3962400" cy="341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 anchor="b"/>
          <a:lstStyle xmlns:a="http://schemas.openxmlformats.org/drawingml/2006/main">
            <a:lvl1pPr algn="r">
              <a:defRPr sz="1200"/>
            </a:lvl1pPr>
          </a:lstStyle>
          <a:p xmlns:a="http://schemas.openxmlformats.org/drawingml/2006/main">
            <a:r>
              <a:rPr lang="cs-CZ"/>
              <a:t>&lt;#&gt;</a:t>
            </a:r>
            <a:endParaRPr lang="cs-CZ"/>
          </a:p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 name="Notes Slide 4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xmlns:a="http://schemas.openxmlformats.org/drawingml/2006/main" noGrp="1"/>
          </p:cNvSpPr>
          <p:nvPr>
            <p:ph type="hdr" sz="quarter"/>
          </p:nvPr>
        </p:nvSpPr>
        <p:spPr>
          <a:xfrm xmlns:a="http://schemas.openxmlformats.org/drawingml/2006/main">
            <a:off x="0" y="0"/>
            <a:ext cx="3962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/>
          <a:lstStyle xmlns:a="http://schemas.openxmlformats.org/drawingml/2006/main">
            <a:lvl1pPr algn="l">
              <a:defRPr sz="1200"/>
            </a:lvl1pPr>
          </a:lstStyle>
          <a:p xmlns:a="http://schemas.openxmlformats.org/drawingml/2006/main">
            <a:endParaRPr lang="cs-CZ"/>
          </a:p>
        </p:txBody>
      </p:sp>
      <p:sp>
        <p:nvSpPr>
          <p:cNvPr id="3" name="Date Placeholder 2"/>
          <p:cNvSpPr>
            <a:spLocks xmlns:a="http://schemas.openxmlformats.org/drawingml/2006/main" noGrp="1"/>
          </p:cNvSpPr>
          <p:nvPr>
            <p:ph type="dt" sz="quarter" idx="1"/>
          </p:nvPr>
        </p:nvSpPr>
        <p:spPr>
          <a:xfrm xmlns:a="http://schemas.openxmlformats.org/drawingml/2006/main">
            <a:off x="5180013" y="0"/>
            <a:ext cx="3962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/>
          <a:lstStyle xmlns:a="http://schemas.openxmlformats.org/drawingml/2006/main">
            <a:lvl1pPr algn="r">
              <a:defRPr sz="1200"/>
            </a:lvl1pPr>
          </a:lstStyle>
          <a:p xmlns:a="http://schemas.openxmlformats.org/drawingml/2006/main">
            <a:endParaRPr lang="cs-CZ"/>
          </a:p>
        </p:txBody>
      </p:sp>
      <p:sp>
        <p:nvSpPr>
          <p:cNvPr id="4" name="Slide Image Placeholder 3"/>
          <p:cNvSpPr>
            <a:spLocks xmlns:a="http://schemas.openxmlformats.org/drawingml/2006/main" noGrp="1"/>
          </p:cNvSpPr>
          <p:nvPr>
            <p:ph type="sldImg" sz="quarter" idx="2"/>
          </p:nvPr>
        </p:nvSpPr>
        <p:spPr>
          <a:xfrm xmlns:a="http://schemas.openxmlformats.org/drawingml/2006/main">
            <a:off x="2857500" y="512763"/>
            <a:ext cx="3429000" cy="25669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000000"/>
            </a:solidFill>
          </a:ln>
        </p:spPr>
        <p:txBody>
          <a:bodyPr xmlns:a="http://schemas.openxmlformats.org/drawingml/2006/main" vert="horz" lIns="91440" tIns="45720" rIns="91440" bIns="45720" rtlCol="0" anchor="ctr"/>
          <a:lstStyle xmlns:a="http://schemas.openxmlformats.org/drawingml/2006/main"/>
          <a:p xmlns:a="http://schemas.openxmlformats.org/drawingml/2006/main">
            <a:endParaRPr lang="cs-CZ"/>
          </a:p>
        </p:txBody>
      </p:sp>
      <p:sp>
        <p:nvSpPr>
          <p:cNvPr id="5" name="Notes Placeholder 4"/>
          <p:cNvSpPr>
            <a:spLocks xmlns:a="http://schemas.openxmlformats.org/drawingml/2006/main" noGrp="1"/>
          </p:cNvSpPr>
          <p:nvPr>
            <p:ph type="body" sz="quarter" idx="3" hasCustomPrompt="1"/>
          </p:nvPr>
        </p:nvSpPr>
        <p:spPr>
          <a:xfrm xmlns:a="http://schemas.openxmlformats.org/drawingml/2006/main">
            <a:off x="914400" y="3251200"/>
            <a:ext cx="7315200" cy="308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/>
          <a:lstStyle xmlns:a="http://schemas.openxmlformats.org/drawingml/2006/main"/>
          <a:p xmlns:a="http://schemas.openxmlformats.org/drawingml/2006/main">
            <a:pPr marL="0" algn="l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这一页讲桌面端。左边是技术栈，右边是 electron-vite 标准三段式进程结构。</a:t>
            </a:r>
          </a:p>
          <a:p xmlns:a="http://schemas.openxmlformats.org/drawingml/2006/main">
            <a:pPr marL="0" algn="l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强调一个关键约束：shared/types.ts 是 IPC 契约的唯一真相源，新增 IPC 要同步改三处。</a:t>
            </a:r>
          </a:p>
          <a:p xmlns:a="http://schemas.openxmlformats.org/drawingml/2006/main">
            <a:pPr marL="0" algn="l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主进程是唯一的 SQLite 客户端，渲染层不直接碰数据库。</a:t>
            </a:r>
          </a:p>
        </p:txBody>
      </p:sp>
      <p:sp>
        <p:nvSpPr>
          <p:cNvPr id="6" name="Footer Placeholder 5"/>
          <p:cNvSpPr>
            <a:spLocks xmlns:a="http://schemas.openxmlformats.org/drawingml/2006/main" noGrp="1"/>
          </p:cNvSpPr>
          <p:nvPr>
            <p:ph type="ftr" sz="quarter" idx="4"/>
          </p:nvPr>
        </p:nvSpPr>
        <p:spPr>
          <a:xfrm xmlns:a="http://schemas.openxmlformats.org/drawingml/2006/main">
            <a:off x="0" y="6502400"/>
            <a:ext cx="3962400" cy="341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 anchor="b"/>
          <a:lstStyle xmlns:a="http://schemas.openxmlformats.org/drawingml/2006/main">
            <a:lvl1pPr algn="l">
              <a:defRPr sz="1200"/>
            </a:lvl1pPr>
          </a:lstStyle>
          <a:p xmlns:a="http://schemas.openxmlformats.org/drawingml/2006/main">
            <a:endParaRPr lang="cs-CZ"/>
          </a:p>
        </p:txBody>
      </p:sp>
      <p:sp>
        <p:nvSpPr>
          <p:cNvPr id="7" name="Slide Number Placeholder 6"/>
          <p:cNvSpPr>
            <a:spLocks xmlns:a="http://schemas.openxmlformats.org/drawingml/2006/main" noGrp="1"/>
          </p:cNvSpPr>
          <p:nvPr>
            <p:ph type="sldNum" sz="quarter" idx="5" hasCustomPrompt="1"/>
          </p:nvPr>
        </p:nvSpPr>
        <p:spPr>
          <a:xfrm xmlns:a="http://schemas.openxmlformats.org/drawingml/2006/main">
            <a:off x="5180013" y="6502400"/>
            <a:ext cx="3962400" cy="341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 anchor="b"/>
          <a:lstStyle xmlns:a="http://schemas.openxmlformats.org/drawingml/2006/main">
            <a:lvl1pPr algn="r">
              <a:defRPr sz="1200"/>
            </a:lvl1pPr>
          </a:lstStyle>
          <a:p xmlns:a="http://schemas.openxmlformats.org/drawingml/2006/main">
            <a:r>
              <a:rPr lang="cs-CZ"/>
              <a:t>&lt;#&gt;</a:t>
            </a:r>
            <a:endParaRPr lang="cs-CZ"/>
          </a:p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 name="Notes Slide 5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xmlns:a="http://schemas.openxmlformats.org/drawingml/2006/main" noGrp="1"/>
          </p:cNvSpPr>
          <p:nvPr>
            <p:ph type="hdr" sz="quarter"/>
          </p:nvPr>
        </p:nvSpPr>
        <p:spPr>
          <a:xfrm xmlns:a="http://schemas.openxmlformats.org/drawingml/2006/main">
            <a:off x="0" y="0"/>
            <a:ext cx="3962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/>
          <a:lstStyle xmlns:a="http://schemas.openxmlformats.org/drawingml/2006/main">
            <a:lvl1pPr algn="l">
              <a:defRPr sz="1200"/>
            </a:lvl1pPr>
          </a:lstStyle>
          <a:p xmlns:a="http://schemas.openxmlformats.org/drawingml/2006/main">
            <a:endParaRPr lang="cs-CZ"/>
          </a:p>
        </p:txBody>
      </p:sp>
      <p:sp>
        <p:nvSpPr>
          <p:cNvPr id="3" name="Date Placeholder 2"/>
          <p:cNvSpPr>
            <a:spLocks xmlns:a="http://schemas.openxmlformats.org/drawingml/2006/main" noGrp="1"/>
          </p:cNvSpPr>
          <p:nvPr>
            <p:ph type="dt" sz="quarter" idx="1"/>
          </p:nvPr>
        </p:nvSpPr>
        <p:spPr>
          <a:xfrm xmlns:a="http://schemas.openxmlformats.org/drawingml/2006/main">
            <a:off x="5180013" y="0"/>
            <a:ext cx="3962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/>
          <a:lstStyle xmlns:a="http://schemas.openxmlformats.org/drawingml/2006/main">
            <a:lvl1pPr algn="r">
              <a:defRPr sz="1200"/>
            </a:lvl1pPr>
          </a:lstStyle>
          <a:p xmlns:a="http://schemas.openxmlformats.org/drawingml/2006/main">
            <a:endParaRPr lang="cs-CZ"/>
          </a:p>
        </p:txBody>
      </p:sp>
      <p:sp>
        <p:nvSpPr>
          <p:cNvPr id="4" name="Slide Image Placeholder 3"/>
          <p:cNvSpPr>
            <a:spLocks xmlns:a="http://schemas.openxmlformats.org/drawingml/2006/main" noGrp="1"/>
          </p:cNvSpPr>
          <p:nvPr>
            <p:ph type="sldImg" sz="quarter" idx="2"/>
          </p:nvPr>
        </p:nvSpPr>
        <p:spPr>
          <a:xfrm xmlns:a="http://schemas.openxmlformats.org/drawingml/2006/main">
            <a:off x="2857500" y="512763"/>
            <a:ext cx="3429000" cy="25669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000000"/>
            </a:solidFill>
          </a:ln>
        </p:spPr>
        <p:txBody>
          <a:bodyPr xmlns:a="http://schemas.openxmlformats.org/drawingml/2006/main" vert="horz" lIns="91440" tIns="45720" rIns="91440" bIns="45720" rtlCol="0" anchor="ctr"/>
          <a:lstStyle xmlns:a="http://schemas.openxmlformats.org/drawingml/2006/main"/>
          <a:p xmlns:a="http://schemas.openxmlformats.org/drawingml/2006/main">
            <a:endParaRPr lang="cs-CZ"/>
          </a:p>
        </p:txBody>
      </p:sp>
      <p:sp>
        <p:nvSpPr>
          <p:cNvPr id="5" name="Notes Placeholder 4"/>
          <p:cNvSpPr>
            <a:spLocks xmlns:a="http://schemas.openxmlformats.org/drawingml/2006/main" noGrp="1"/>
          </p:cNvSpPr>
          <p:nvPr>
            <p:ph type="body" sz="quarter" idx="3" hasCustomPrompt="1"/>
          </p:nvPr>
        </p:nvSpPr>
        <p:spPr>
          <a:xfrm xmlns:a="http://schemas.openxmlformats.org/drawingml/2006/main">
            <a:off x="914400" y="3251200"/>
            <a:ext cx="7315200" cy="308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/>
          <a:lstStyle xmlns:a="http://schemas.openxmlformats.org/drawingml/2006/main"/>
          <a:p xmlns:a="http://schemas.openxmlformats.org/drawingml/2006/main">
            <a:pPr marL="0" algn="l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这一页讲聚宽兼容服务。上半部分是回测链路，从浏览器一路到 Python 引擎再写回库。</a:t>
            </a:r>
          </a:p>
          <a:p xmlns:a="http://schemas.openxmlformats.org/drawingml/2006/main">
            <a:pPr marL="0" algn="l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关键硬约束：stdout 必须是纯 JSON，多一个 print 都会导致 JSON.parse 失败。</a:t>
            </a:r>
          </a:p>
          <a:p xmlns:a="http://schemas.openxmlformats.org/drawingml/2006/main">
            <a:pPr marL="0" algn="l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下半部分是多因子双轨：pandas 做研究，纯标准库做生产，两轨用因子注册表对齐，偏差不超过 0.001。</a:t>
            </a:r>
          </a:p>
        </p:txBody>
      </p:sp>
      <p:sp>
        <p:nvSpPr>
          <p:cNvPr id="6" name="Footer Placeholder 5"/>
          <p:cNvSpPr>
            <a:spLocks xmlns:a="http://schemas.openxmlformats.org/drawingml/2006/main" noGrp="1"/>
          </p:cNvSpPr>
          <p:nvPr>
            <p:ph type="ftr" sz="quarter" idx="4"/>
          </p:nvPr>
        </p:nvSpPr>
        <p:spPr>
          <a:xfrm xmlns:a="http://schemas.openxmlformats.org/drawingml/2006/main">
            <a:off x="0" y="6502400"/>
            <a:ext cx="3962400" cy="341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 anchor="b"/>
          <a:lstStyle xmlns:a="http://schemas.openxmlformats.org/drawingml/2006/main">
            <a:lvl1pPr algn="l">
              <a:defRPr sz="1200"/>
            </a:lvl1pPr>
          </a:lstStyle>
          <a:p xmlns:a="http://schemas.openxmlformats.org/drawingml/2006/main">
            <a:endParaRPr lang="cs-CZ"/>
          </a:p>
        </p:txBody>
      </p:sp>
      <p:sp>
        <p:nvSpPr>
          <p:cNvPr id="7" name="Slide Number Placeholder 6"/>
          <p:cNvSpPr>
            <a:spLocks xmlns:a="http://schemas.openxmlformats.org/drawingml/2006/main" noGrp="1"/>
          </p:cNvSpPr>
          <p:nvPr>
            <p:ph type="sldNum" sz="quarter" idx="5" hasCustomPrompt="1"/>
          </p:nvPr>
        </p:nvSpPr>
        <p:spPr>
          <a:xfrm xmlns:a="http://schemas.openxmlformats.org/drawingml/2006/main">
            <a:off x="5180013" y="6502400"/>
            <a:ext cx="3962400" cy="341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 anchor="b"/>
          <a:lstStyle xmlns:a="http://schemas.openxmlformats.org/drawingml/2006/main">
            <a:lvl1pPr algn="r">
              <a:defRPr sz="1200"/>
            </a:lvl1pPr>
          </a:lstStyle>
          <a:p xmlns:a="http://schemas.openxmlformats.org/drawingml/2006/main">
            <a:r>
              <a:rPr lang="cs-CZ"/>
              <a:t>&lt;#&gt;</a:t>
            </a:r>
            <a:endParaRPr lang="cs-CZ"/>
          </a:p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 name="Notes Slide 6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xmlns:a="http://schemas.openxmlformats.org/drawingml/2006/main" noGrp="1"/>
          </p:cNvSpPr>
          <p:nvPr>
            <p:ph type="hdr" sz="quarter"/>
          </p:nvPr>
        </p:nvSpPr>
        <p:spPr>
          <a:xfrm xmlns:a="http://schemas.openxmlformats.org/drawingml/2006/main">
            <a:off x="0" y="0"/>
            <a:ext cx="3962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/>
          <a:lstStyle xmlns:a="http://schemas.openxmlformats.org/drawingml/2006/main">
            <a:lvl1pPr algn="l">
              <a:defRPr sz="1200"/>
            </a:lvl1pPr>
          </a:lstStyle>
          <a:p xmlns:a="http://schemas.openxmlformats.org/drawingml/2006/main">
            <a:endParaRPr lang="cs-CZ"/>
          </a:p>
        </p:txBody>
      </p:sp>
      <p:sp>
        <p:nvSpPr>
          <p:cNvPr id="3" name="Date Placeholder 2"/>
          <p:cNvSpPr>
            <a:spLocks xmlns:a="http://schemas.openxmlformats.org/drawingml/2006/main" noGrp="1"/>
          </p:cNvSpPr>
          <p:nvPr>
            <p:ph type="dt" sz="quarter" idx="1"/>
          </p:nvPr>
        </p:nvSpPr>
        <p:spPr>
          <a:xfrm xmlns:a="http://schemas.openxmlformats.org/drawingml/2006/main">
            <a:off x="5180013" y="0"/>
            <a:ext cx="3962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/>
          <a:lstStyle xmlns:a="http://schemas.openxmlformats.org/drawingml/2006/main">
            <a:lvl1pPr algn="r">
              <a:defRPr sz="1200"/>
            </a:lvl1pPr>
          </a:lstStyle>
          <a:p xmlns:a="http://schemas.openxmlformats.org/drawingml/2006/main">
            <a:endParaRPr lang="cs-CZ"/>
          </a:p>
        </p:txBody>
      </p:sp>
      <p:sp>
        <p:nvSpPr>
          <p:cNvPr id="4" name="Slide Image Placeholder 3"/>
          <p:cNvSpPr>
            <a:spLocks xmlns:a="http://schemas.openxmlformats.org/drawingml/2006/main" noGrp="1"/>
          </p:cNvSpPr>
          <p:nvPr>
            <p:ph type="sldImg" sz="quarter" idx="2"/>
          </p:nvPr>
        </p:nvSpPr>
        <p:spPr>
          <a:xfrm xmlns:a="http://schemas.openxmlformats.org/drawingml/2006/main">
            <a:off x="2857500" y="512763"/>
            <a:ext cx="3429000" cy="25669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000000"/>
            </a:solidFill>
          </a:ln>
        </p:spPr>
        <p:txBody>
          <a:bodyPr xmlns:a="http://schemas.openxmlformats.org/drawingml/2006/main" vert="horz" lIns="91440" tIns="45720" rIns="91440" bIns="45720" rtlCol="0" anchor="ctr"/>
          <a:lstStyle xmlns:a="http://schemas.openxmlformats.org/drawingml/2006/main"/>
          <a:p xmlns:a="http://schemas.openxmlformats.org/drawingml/2006/main">
            <a:endParaRPr lang="cs-CZ"/>
          </a:p>
        </p:txBody>
      </p:sp>
      <p:sp>
        <p:nvSpPr>
          <p:cNvPr id="5" name="Notes Placeholder 4"/>
          <p:cNvSpPr>
            <a:spLocks xmlns:a="http://schemas.openxmlformats.org/drawingml/2006/main" noGrp="1"/>
          </p:cNvSpPr>
          <p:nvPr>
            <p:ph type="body" sz="quarter" idx="3" hasCustomPrompt="1"/>
          </p:nvPr>
        </p:nvSpPr>
        <p:spPr>
          <a:xfrm xmlns:a="http://schemas.openxmlformats.org/drawingml/2006/main">
            <a:off x="914400" y="3251200"/>
            <a:ext cx="7315200" cy="308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/>
          <a:lstStyle xmlns:a="http://schemas.openxmlformats.org/drawingml/2006/main"/>
          <a:p xmlns:a="http://schemas.openxmlformats.org/drawingml/2006/main">
            <a:pPr marL="0" algn="l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这一页讲价格行为 AI 服务。左边是关键事实：只读、自动启停、SSE 流式、配置按请求传。</a:t>
            </a:r>
          </a:p>
          <a:p xmlns:a="http://schemas.openxmlformats.org/drawingml/2006/main">
            <a:pPr marL="0" algn="l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右边是运行时自给的三级优先级——这是"可拷贝到没装 Python 的电脑也能跑"的关键设计。</a:t>
            </a:r>
          </a:p>
          <a:p xmlns:a="http://schemas.openxmlformats.org/drawingml/2006/main">
            <a:pPr marL="0" algn="l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强调一个踩过的坑：解压独立 CPython 必须用系统 tar，Git 的 GNU tar 会把盘符当远程主机。</a:t>
            </a:r>
          </a:p>
        </p:txBody>
      </p:sp>
      <p:sp>
        <p:nvSpPr>
          <p:cNvPr id="6" name="Footer Placeholder 5"/>
          <p:cNvSpPr>
            <a:spLocks xmlns:a="http://schemas.openxmlformats.org/drawingml/2006/main" noGrp="1"/>
          </p:cNvSpPr>
          <p:nvPr>
            <p:ph type="ftr" sz="quarter" idx="4"/>
          </p:nvPr>
        </p:nvSpPr>
        <p:spPr>
          <a:xfrm xmlns:a="http://schemas.openxmlformats.org/drawingml/2006/main">
            <a:off x="0" y="6502400"/>
            <a:ext cx="3962400" cy="341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 anchor="b"/>
          <a:lstStyle xmlns:a="http://schemas.openxmlformats.org/drawingml/2006/main">
            <a:lvl1pPr algn="l">
              <a:defRPr sz="1200"/>
            </a:lvl1pPr>
          </a:lstStyle>
          <a:p xmlns:a="http://schemas.openxmlformats.org/drawingml/2006/main">
            <a:endParaRPr lang="cs-CZ"/>
          </a:p>
        </p:txBody>
      </p:sp>
      <p:sp>
        <p:nvSpPr>
          <p:cNvPr id="7" name="Slide Number Placeholder 6"/>
          <p:cNvSpPr>
            <a:spLocks xmlns:a="http://schemas.openxmlformats.org/drawingml/2006/main" noGrp="1"/>
          </p:cNvSpPr>
          <p:nvPr>
            <p:ph type="sldNum" sz="quarter" idx="5" hasCustomPrompt="1"/>
          </p:nvPr>
        </p:nvSpPr>
        <p:spPr>
          <a:xfrm xmlns:a="http://schemas.openxmlformats.org/drawingml/2006/main">
            <a:off x="5180013" y="6502400"/>
            <a:ext cx="3962400" cy="341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 anchor="b"/>
          <a:lstStyle xmlns:a="http://schemas.openxmlformats.org/drawingml/2006/main">
            <a:lvl1pPr algn="r">
              <a:defRPr sz="1200"/>
            </a:lvl1pPr>
          </a:lstStyle>
          <a:p xmlns:a="http://schemas.openxmlformats.org/drawingml/2006/main">
            <a:r>
              <a:rPr lang="cs-CZ"/>
              <a:t>&lt;#&gt;</a:t>
            </a:r>
            <a:endParaRPr lang="cs-CZ"/>
          </a:p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 name="Notes Slide 7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xmlns:a="http://schemas.openxmlformats.org/drawingml/2006/main" noGrp="1"/>
          </p:cNvSpPr>
          <p:nvPr>
            <p:ph type="hdr" sz="quarter"/>
          </p:nvPr>
        </p:nvSpPr>
        <p:spPr>
          <a:xfrm xmlns:a="http://schemas.openxmlformats.org/drawingml/2006/main">
            <a:off x="0" y="0"/>
            <a:ext cx="3962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/>
          <a:lstStyle xmlns:a="http://schemas.openxmlformats.org/drawingml/2006/main">
            <a:lvl1pPr algn="l">
              <a:defRPr sz="1200"/>
            </a:lvl1pPr>
          </a:lstStyle>
          <a:p xmlns:a="http://schemas.openxmlformats.org/drawingml/2006/main">
            <a:endParaRPr lang="cs-CZ"/>
          </a:p>
        </p:txBody>
      </p:sp>
      <p:sp>
        <p:nvSpPr>
          <p:cNvPr id="3" name="Date Placeholder 2"/>
          <p:cNvSpPr>
            <a:spLocks xmlns:a="http://schemas.openxmlformats.org/drawingml/2006/main" noGrp="1"/>
          </p:cNvSpPr>
          <p:nvPr>
            <p:ph type="dt" sz="quarter" idx="1"/>
          </p:nvPr>
        </p:nvSpPr>
        <p:spPr>
          <a:xfrm xmlns:a="http://schemas.openxmlformats.org/drawingml/2006/main">
            <a:off x="5180013" y="0"/>
            <a:ext cx="3962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/>
          <a:lstStyle xmlns:a="http://schemas.openxmlformats.org/drawingml/2006/main">
            <a:lvl1pPr algn="r">
              <a:defRPr sz="1200"/>
            </a:lvl1pPr>
          </a:lstStyle>
          <a:p xmlns:a="http://schemas.openxmlformats.org/drawingml/2006/main">
            <a:endParaRPr lang="cs-CZ"/>
          </a:p>
        </p:txBody>
      </p:sp>
      <p:sp>
        <p:nvSpPr>
          <p:cNvPr id="4" name="Slide Image Placeholder 3"/>
          <p:cNvSpPr>
            <a:spLocks xmlns:a="http://schemas.openxmlformats.org/drawingml/2006/main" noGrp="1"/>
          </p:cNvSpPr>
          <p:nvPr>
            <p:ph type="sldImg" sz="quarter" idx="2"/>
          </p:nvPr>
        </p:nvSpPr>
        <p:spPr>
          <a:xfrm xmlns:a="http://schemas.openxmlformats.org/drawingml/2006/main">
            <a:off x="2857500" y="512763"/>
            <a:ext cx="3429000" cy="25669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000000"/>
            </a:solidFill>
          </a:ln>
        </p:spPr>
        <p:txBody>
          <a:bodyPr xmlns:a="http://schemas.openxmlformats.org/drawingml/2006/main" vert="horz" lIns="91440" tIns="45720" rIns="91440" bIns="45720" rtlCol="0" anchor="ctr"/>
          <a:lstStyle xmlns:a="http://schemas.openxmlformats.org/drawingml/2006/main"/>
          <a:p xmlns:a="http://schemas.openxmlformats.org/drawingml/2006/main">
            <a:endParaRPr lang="cs-CZ"/>
          </a:p>
        </p:txBody>
      </p:sp>
      <p:sp>
        <p:nvSpPr>
          <p:cNvPr id="5" name="Notes Placeholder 4"/>
          <p:cNvSpPr>
            <a:spLocks xmlns:a="http://schemas.openxmlformats.org/drawingml/2006/main" noGrp="1"/>
          </p:cNvSpPr>
          <p:nvPr>
            <p:ph type="body" sz="quarter" idx="3" hasCustomPrompt="1"/>
          </p:nvPr>
        </p:nvSpPr>
        <p:spPr>
          <a:xfrm xmlns:a="http://schemas.openxmlformats.org/drawingml/2006/main">
            <a:off x="914400" y="3251200"/>
            <a:ext cx="7315200" cy="308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/>
          <a:lstStyle xmlns:a="http://schemas.openxmlformats.org/drawingml/2006/main"/>
          <a:p xmlns:a="http://schemas.openxmlformats.org/drawingml/2006/main">
            <a:pPr marL="0" algn="l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这一页讲数据层。三个 SQLite 文件，只有行情库是三组件共享的权威源。</a:t>
            </a:r>
          </a:p>
          <a:p xmlns:a="http://schemas.openxmlformats.org/drawingml/2006/main">
            <a:pPr marL="0" algn="l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桌面业务库和聚宽业务库各自独立，分别属于桌面主进程和聚宽服务。</a:t>
            </a:r>
          </a:p>
          <a:p xmlns:a="http://schemas.openxmlformats.org/drawingml/2006/main">
            <a:pPr marL="0" algn="l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行情库路径支持设置页切换，切换后立即生效，不用重启应用。</a:t>
            </a:r>
          </a:p>
        </p:txBody>
      </p:sp>
      <p:sp>
        <p:nvSpPr>
          <p:cNvPr id="6" name="Footer Placeholder 5"/>
          <p:cNvSpPr>
            <a:spLocks xmlns:a="http://schemas.openxmlformats.org/drawingml/2006/main" noGrp="1"/>
          </p:cNvSpPr>
          <p:nvPr>
            <p:ph type="ftr" sz="quarter" idx="4"/>
          </p:nvPr>
        </p:nvSpPr>
        <p:spPr>
          <a:xfrm xmlns:a="http://schemas.openxmlformats.org/drawingml/2006/main">
            <a:off x="0" y="6502400"/>
            <a:ext cx="3962400" cy="341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 anchor="b"/>
          <a:lstStyle xmlns:a="http://schemas.openxmlformats.org/drawingml/2006/main">
            <a:lvl1pPr algn="l">
              <a:defRPr sz="1200"/>
            </a:lvl1pPr>
          </a:lstStyle>
          <a:p xmlns:a="http://schemas.openxmlformats.org/drawingml/2006/main">
            <a:endParaRPr lang="cs-CZ"/>
          </a:p>
        </p:txBody>
      </p:sp>
      <p:sp>
        <p:nvSpPr>
          <p:cNvPr id="7" name="Slide Number Placeholder 6"/>
          <p:cNvSpPr>
            <a:spLocks xmlns:a="http://schemas.openxmlformats.org/drawingml/2006/main" noGrp="1"/>
          </p:cNvSpPr>
          <p:nvPr>
            <p:ph type="sldNum" sz="quarter" idx="5" hasCustomPrompt="1"/>
          </p:nvPr>
        </p:nvSpPr>
        <p:spPr>
          <a:xfrm xmlns:a="http://schemas.openxmlformats.org/drawingml/2006/main">
            <a:off x="5180013" y="6502400"/>
            <a:ext cx="3962400" cy="341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 anchor="b"/>
          <a:lstStyle xmlns:a="http://schemas.openxmlformats.org/drawingml/2006/main">
            <a:lvl1pPr algn="r">
              <a:defRPr sz="1200"/>
            </a:lvl1pPr>
          </a:lstStyle>
          <a:p xmlns:a="http://schemas.openxmlformats.org/drawingml/2006/main">
            <a:r>
              <a:rPr lang="cs-CZ"/>
              <a:t>&lt;#&gt;</a:t>
            </a:r>
            <a:endParaRPr lang="cs-CZ"/>
          </a:p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 name="Notes Slide 8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xmlns:a="http://schemas.openxmlformats.org/drawingml/2006/main" noGrp="1"/>
          </p:cNvSpPr>
          <p:nvPr>
            <p:ph type="hdr" sz="quarter"/>
          </p:nvPr>
        </p:nvSpPr>
        <p:spPr>
          <a:xfrm xmlns:a="http://schemas.openxmlformats.org/drawingml/2006/main">
            <a:off x="0" y="0"/>
            <a:ext cx="3962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/>
          <a:lstStyle xmlns:a="http://schemas.openxmlformats.org/drawingml/2006/main">
            <a:lvl1pPr algn="l">
              <a:defRPr sz="1200"/>
            </a:lvl1pPr>
          </a:lstStyle>
          <a:p xmlns:a="http://schemas.openxmlformats.org/drawingml/2006/main">
            <a:endParaRPr lang="cs-CZ"/>
          </a:p>
        </p:txBody>
      </p:sp>
      <p:sp>
        <p:nvSpPr>
          <p:cNvPr id="3" name="Date Placeholder 2"/>
          <p:cNvSpPr>
            <a:spLocks xmlns:a="http://schemas.openxmlformats.org/drawingml/2006/main" noGrp="1"/>
          </p:cNvSpPr>
          <p:nvPr>
            <p:ph type="dt" sz="quarter" idx="1"/>
          </p:nvPr>
        </p:nvSpPr>
        <p:spPr>
          <a:xfrm xmlns:a="http://schemas.openxmlformats.org/drawingml/2006/main">
            <a:off x="5180013" y="0"/>
            <a:ext cx="3962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/>
          <a:lstStyle xmlns:a="http://schemas.openxmlformats.org/drawingml/2006/main">
            <a:lvl1pPr algn="r">
              <a:defRPr sz="1200"/>
            </a:lvl1pPr>
          </a:lstStyle>
          <a:p xmlns:a="http://schemas.openxmlformats.org/drawingml/2006/main">
            <a:endParaRPr lang="cs-CZ"/>
          </a:p>
        </p:txBody>
      </p:sp>
      <p:sp>
        <p:nvSpPr>
          <p:cNvPr id="4" name="Slide Image Placeholder 3"/>
          <p:cNvSpPr>
            <a:spLocks xmlns:a="http://schemas.openxmlformats.org/drawingml/2006/main" noGrp="1"/>
          </p:cNvSpPr>
          <p:nvPr>
            <p:ph type="sldImg" sz="quarter" idx="2"/>
          </p:nvPr>
        </p:nvSpPr>
        <p:spPr>
          <a:xfrm xmlns:a="http://schemas.openxmlformats.org/drawingml/2006/main">
            <a:off x="2857500" y="512763"/>
            <a:ext cx="3429000" cy="25669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000000"/>
            </a:solidFill>
          </a:ln>
        </p:spPr>
        <p:txBody>
          <a:bodyPr xmlns:a="http://schemas.openxmlformats.org/drawingml/2006/main" vert="horz" lIns="91440" tIns="45720" rIns="91440" bIns="45720" rtlCol="0" anchor="ctr"/>
          <a:lstStyle xmlns:a="http://schemas.openxmlformats.org/drawingml/2006/main"/>
          <a:p xmlns:a="http://schemas.openxmlformats.org/drawingml/2006/main">
            <a:endParaRPr lang="cs-CZ"/>
          </a:p>
        </p:txBody>
      </p:sp>
      <p:sp>
        <p:nvSpPr>
          <p:cNvPr id="5" name="Notes Placeholder 4"/>
          <p:cNvSpPr>
            <a:spLocks xmlns:a="http://schemas.openxmlformats.org/drawingml/2006/main" noGrp="1"/>
          </p:cNvSpPr>
          <p:nvPr>
            <p:ph type="body" sz="quarter" idx="3" hasCustomPrompt="1"/>
          </p:nvPr>
        </p:nvSpPr>
        <p:spPr>
          <a:xfrm xmlns:a="http://schemas.openxmlformats.org/drawingml/2006/main">
            <a:off x="914400" y="3251200"/>
            <a:ext cx="7315200" cy="308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/>
          <a:lstStyle xmlns:a="http://schemas.openxmlformats.org/drawingml/2006/main"/>
          <a:p xmlns:a="http://schemas.openxmlformats.org/drawingml/2006/main">
            <a:pPr marL="0" algn="l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这一页讲行情获取。核心思想是本地优先，本地没有才走在线源，在线源之间多源回退。</a:t>
            </a:r>
          </a:p>
          <a:p xmlns:a="http://schemas.openxmlformats.org/drawingml/2006/main">
            <a:pPr marL="0" algn="l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两个工程要点：一是全局串行 Limiter 控制 250ms 间隔，防止把行情源打挂；二是东财分钟 K 不可靠，所以分钟数据走新浪和腾讯。</a:t>
            </a:r>
          </a:p>
          <a:p xmlns:a="http://schemas.openxmlformats.org/drawingml/2006/main">
            <a:pPr marL="0" algn="l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盘口五档只有腾讯一家提供。</a:t>
            </a:r>
          </a:p>
        </p:txBody>
      </p:sp>
      <p:sp>
        <p:nvSpPr>
          <p:cNvPr id="6" name="Footer Placeholder 5"/>
          <p:cNvSpPr>
            <a:spLocks xmlns:a="http://schemas.openxmlformats.org/drawingml/2006/main" noGrp="1"/>
          </p:cNvSpPr>
          <p:nvPr>
            <p:ph type="ftr" sz="quarter" idx="4"/>
          </p:nvPr>
        </p:nvSpPr>
        <p:spPr>
          <a:xfrm xmlns:a="http://schemas.openxmlformats.org/drawingml/2006/main">
            <a:off x="0" y="6502400"/>
            <a:ext cx="3962400" cy="341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 anchor="b"/>
          <a:lstStyle xmlns:a="http://schemas.openxmlformats.org/drawingml/2006/main">
            <a:lvl1pPr algn="l">
              <a:defRPr sz="1200"/>
            </a:lvl1pPr>
          </a:lstStyle>
          <a:p xmlns:a="http://schemas.openxmlformats.org/drawingml/2006/main">
            <a:endParaRPr lang="cs-CZ"/>
          </a:p>
        </p:txBody>
      </p:sp>
      <p:sp>
        <p:nvSpPr>
          <p:cNvPr id="7" name="Slide Number Placeholder 6"/>
          <p:cNvSpPr>
            <a:spLocks xmlns:a="http://schemas.openxmlformats.org/drawingml/2006/main" noGrp="1"/>
          </p:cNvSpPr>
          <p:nvPr>
            <p:ph type="sldNum" sz="quarter" idx="5" hasCustomPrompt="1"/>
          </p:nvPr>
        </p:nvSpPr>
        <p:spPr>
          <a:xfrm xmlns:a="http://schemas.openxmlformats.org/drawingml/2006/main">
            <a:off x="5180013" y="6502400"/>
            <a:ext cx="3962400" cy="341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 anchor="b"/>
          <a:lstStyle xmlns:a="http://schemas.openxmlformats.org/drawingml/2006/main">
            <a:lvl1pPr algn="r">
              <a:defRPr sz="1200"/>
            </a:lvl1pPr>
          </a:lstStyle>
          <a:p xmlns:a="http://schemas.openxmlformats.org/drawingml/2006/main">
            <a:r>
              <a:rPr lang="cs-CZ"/>
              <a:t>&lt;#&gt;</a:t>
            </a:r>
            <a:endParaRPr lang="cs-CZ"/>
          </a:p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 name="Notes Slide 9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xmlns:a="http://schemas.openxmlformats.org/drawingml/2006/main" noGrp="1"/>
          </p:cNvSpPr>
          <p:nvPr>
            <p:ph type="hdr" sz="quarter"/>
          </p:nvPr>
        </p:nvSpPr>
        <p:spPr>
          <a:xfrm xmlns:a="http://schemas.openxmlformats.org/drawingml/2006/main">
            <a:off x="0" y="0"/>
            <a:ext cx="3962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/>
          <a:lstStyle xmlns:a="http://schemas.openxmlformats.org/drawingml/2006/main">
            <a:lvl1pPr algn="l">
              <a:defRPr sz="1200"/>
            </a:lvl1pPr>
          </a:lstStyle>
          <a:p xmlns:a="http://schemas.openxmlformats.org/drawingml/2006/main">
            <a:endParaRPr lang="cs-CZ"/>
          </a:p>
        </p:txBody>
      </p:sp>
      <p:sp>
        <p:nvSpPr>
          <p:cNvPr id="3" name="Date Placeholder 2"/>
          <p:cNvSpPr>
            <a:spLocks xmlns:a="http://schemas.openxmlformats.org/drawingml/2006/main" noGrp="1"/>
          </p:cNvSpPr>
          <p:nvPr>
            <p:ph type="dt" sz="quarter" idx="1"/>
          </p:nvPr>
        </p:nvSpPr>
        <p:spPr>
          <a:xfrm xmlns:a="http://schemas.openxmlformats.org/drawingml/2006/main">
            <a:off x="5180013" y="0"/>
            <a:ext cx="3962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/>
          <a:lstStyle xmlns:a="http://schemas.openxmlformats.org/drawingml/2006/main">
            <a:lvl1pPr algn="r">
              <a:defRPr sz="1200"/>
            </a:lvl1pPr>
          </a:lstStyle>
          <a:p xmlns:a="http://schemas.openxmlformats.org/drawingml/2006/main">
            <a:endParaRPr lang="cs-CZ"/>
          </a:p>
        </p:txBody>
      </p:sp>
      <p:sp>
        <p:nvSpPr>
          <p:cNvPr id="4" name="Slide Image Placeholder 3"/>
          <p:cNvSpPr>
            <a:spLocks xmlns:a="http://schemas.openxmlformats.org/drawingml/2006/main" noGrp="1"/>
          </p:cNvSpPr>
          <p:nvPr>
            <p:ph type="sldImg" sz="quarter" idx="2"/>
          </p:nvPr>
        </p:nvSpPr>
        <p:spPr>
          <a:xfrm xmlns:a="http://schemas.openxmlformats.org/drawingml/2006/main">
            <a:off x="2857500" y="512763"/>
            <a:ext cx="3429000" cy="25669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000000"/>
            </a:solidFill>
          </a:ln>
        </p:spPr>
        <p:txBody>
          <a:bodyPr xmlns:a="http://schemas.openxmlformats.org/drawingml/2006/main" vert="horz" lIns="91440" tIns="45720" rIns="91440" bIns="45720" rtlCol="0" anchor="ctr"/>
          <a:lstStyle xmlns:a="http://schemas.openxmlformats.org/drawingml/2006/main"/>
          <a:p xmlns:a="http://schemas.openxmlformats.org/drawingml/2006/main">
            <a:endParaRPr lang="cs-CZ"/>
          </a:p>
        </p:txBody>
      </p:sp>
      <p:sp>
        <p:nvSpPr>
          <p:cNvPr id="5" name="Notes Placeholder 4"/>
          <p:cNvSpPr>
            <a:spLocks xmlns:a="http://schemas.openxmlformats.org/drawingml/2006/main" noGrp="1"/>
          </p:cNvSpPr>
          <p:nvPr>
            <p:ph type="body" sz="quarter" idx="3" hasCustomPrompt="1"/>
          </p:nvPr>
        </p:nvSpPr>
        <p:spPr>
          <a:xfrm xmlns:a="http://schemas.openxmlformats.org/drawingml/2006/main">
            <a:off x="914400" y="3251200"/>
            <a:ext cx="7315200" cy="308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/>
          <a:lstStyle xmlns:a="http://schemas.openxmlformats.org/drawingml/2006/main"/>
          <a:p xmlns:a="http://schemas.openxmlformats.org/drawingml/2006/main">
            <a:pPr marL="0" algn="l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这一页把桌面端功能分成四组：行情浏览、画线与回测、AI 与决策、价格行为 AI。</a:t>
            </a:r>
          </a:p>
          <a:p xmlns:a="http://schemas.openxmlformats.org/drawingml/2006/main">
            <a:pPr marL="0" algn="l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强调从行情浏览到 AI 决策的闭环——不只是看盘，还能选股、监盘、用 AI 做价格行为分析。</a:t>
            </a:r>
          </a:p>
        </p:txBody>
      </p:sp>
      <p:sp>
        <p:nvSpPr>
          <p:cNvPr id="6" name="Footer Placeholder 5"/>
          <p:cNvSpPr>
            <a:spLocks xmlns:a="http://schemas.openxmlformats.org/drawingml/2006/main" noGrp="1"/>
          </p:cNvSpPr>
          <p:nvPr>
            <p:ph type="ftr" sz="quarter" idx="4"/>
          </p:nvPr>
        </p:nvSpPr>
        <p:spPr>
          <a:xfrm xmlns:a="http://schemas.openxmlformats.org/drawingml/2006/main">
            <a:off x="0" y="6502400"/>
            <a:ext cx="3962400" cy="341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 anchor="b"/>
          <a:lstStyle xmlns:a="http://schemas.openxmlformats.org/drawingml/2006/main">
            <a:lvl1pPr algn="l">
              <a:defRPr sz="1200"/>
            </a:lvl1pPr>
          </a:lstStyle>
          <a:p xmlns:a="http://schemas.openxmlformats.org/drawingml/2006/main">
            <a:endParaRPr lang="cs-CZ"/>
          </a:p>
        </p:txBody>
      </p:sp>
      <p:sp>
        <p:nvSpPr>
          <p:cNvPr id="7" name="Slide Number Placeholder 6"/>
          <p:cNvSpPr>
            <a:spLocks xmlns:a="http://schemas.openxmlformats.org/drawingml/2006/main" noGrp="1"/>
          </p:cNvSpPr>
          <p:nvPr>
            <p:ph type="sldNum" sz="quarter" idx="5" hasCustomPrompt="1"/>
          </p:nvPr>
        </p:nvSpPr>
        <p:spPr>
          <a:xfrm xmlns:a="http://schemas.openxmlformats.org/drawingml/2006/main">
            <a:off x="5180013" y="6502400"/>
            <a:ext cx="3962400" cy="341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 anchor="b"/>
          <a:lstStyle xmlns:a="http://schemas.openxmlformats.org/drawingml/2006/main">
            <a:lvl1pPr algn="r">
              <a:defRPr sz="1200"/>
            </a:lvl1pPr>
          </a:lstStyle>
          <a:p xmlns:a="http://schemas.openxmlformats.org/drawingml/2006/main">
            <a:r>
              <a:rPr lang="cs-CZ"/>
              <a:t>&lt;#&gt;</a:t>
            </a:r>
            <a:endParaRPr lang="cs-CZ"/>
          </a:p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 name="Notes Slide 10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xmlns:a="http://schemas.openxmlformats.org/drawingml/2006/main" noGrp="1"/>
          </p:cNvSpPr>
          <p:nvPr>
            <p:ph type="hdr" sz="quarter"/>
          </p:nvPr>
        </p:nvSpPr>
        <p:spPr>
          <a:xfrm xmlns:a="http://schemas.openxmlformats.org/drawingml/2006/main">
            <a:off x="0" y="0"/>
            <a:ext cx="3962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/>
          <a:lstStyle xmlns:a="http://schemas.openxmlformats.org/drawingml/2006/main">
            <a:lvl1pPr algn="l">
              <a:defRPr sz="1200"/>
            </a:lvl1pPr>
          </a:lstStyle>
          <a:p xmlns:a="http://schemas.openxmlformats.org/drawingml/2006/main">
            <a:endParaRPr lang="cs-CZ"/>
          </a:p>
        </p:txBody>
      </p:sp>
      <p:sp>
        <p:nvSpPr>
          <p:cNvPr id="3" name="Date Placeholder 2"/>
          <p:cNvSpPr>
            <a:spLocks xmlns:a="http://schemas.openxmlformats.org/drawingml/2006/main" noGrp="1"/>
          </p:cNvSpPr>
          <p:nvPr>
            <p:ph type="dt" sz="quarter" idx="1"/>
          </p:nvPr>
        </p:nvSpPr>
        <p:spPr>
          <a:xfrm xmlns:a="http://schemas.openxmlformats.org/drawingml/2006/main">
            <a:off x="5180013" y="0"/>
            <a:ext cx="3962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/>
          <a:lstStyle xmlns:a="http://schemas.openxmlformats.org/drawingml/2006/main">
            <a:lvl1pPr algn="r">
              <a:defRPr sz="1200"/>
            </a:lvl1pPr>
          </a:lstStyle>
          <a:p xmlns:a="http://schemas.openxmlformats.org/drawingml/2006/main">
            <a:endParaRPr lang="cs-CZ"/>
          </a:p>
        </p:txBody>
      </p:sp>
      <p:sp>
        <p:nvSpPr>
          <p:cNvPr id="4" name="Slide Image Placeholder 3"/>
          <p:cNvSpPr>
            <a:spLocks xmlns:a="http://schemas.openxmlformats.org/drawingml/2006/main" noGrp="1"/>
          </p:cNvSpPr>
          <p:nvPr>
            <p:ph type="sldImg" sz="quarter" idx="2"/>
          </p:nvPr>
        </p:nvSpPr>
        <p:spPr>
          <a:xfrm xmlns:a="http://schemas.openxmlformats.org/drawingml/2006/main">
            <a:off x="2857500" y="512763"/>
            <a:ext cx="3429000" cy="25669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000000"/>
            </a:solidFill>
          </a:ln>
        </p:spPr>
        <p:txBody>
          <a:bodyPr xmlns:a="http://schemas.openxmlformats.org/drawingml/2006/main" vert="horz" lIns="91440" tIns="45720" rIns="91440" bIns="45720" rtlCol="0" anchor="ctr"/>
          <a:lstStyle xmlns:a="http://schemas.openxmlformats.org/drawingml/2006/main"/>
          <a:p xmlns:a="http://schemas.openxmlformats.org/drawingml/2006/main">
            <a:endParaRPr lang="cs-CZ"/>
          </a:p>
        </p:txBody>
      </p:sp>
      <p:sp>
        <p:nvSpPr>
          <p:cNvPr id="5" name="Notes Placeholder 4"/>
          <p:cNvSpPr>
            <a:spLocks xmlns:a="http://schemas.openxmlformats.org/drawingml/2006/main" noGrp="1"/>
          </p:cNvSpPr>
          <p:nvPr>
            <p:ph type="body" sz="quarter" idx="3" hasCustomPrompt="1"/>
          </p:nvPr>
        </p:nvSpPr>
        <p:spPr>
          <a:xfrm xmlns:a="http://schemas.openxmlformats.org/drawingml/2006/main">
            <a:off x="914400" y="3251200"/>
            <a:ext cx="7315200" cy="308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/>
          <a:lstStyle xmlns:a="http://schemas.openxmlformats.org/drawingml/2006/main"/>
          <a:p xmlns:a="http://schemas.openxmlformats.org/drawingml/2006/main">
            <a:pPr marL="0" algn="l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这一页讲启动。三步走：install:all 装两个子项目依赖，verify:workspace 验证环境，start-all.ps1 起全部。</a:t>
            </a:r>
          </a:p>
          <a:p xmlns:a="http://schemas.openxmlformats.org/drawingml/2006/main">
            <a:pPr marL="0" algn="l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也可以分别启动聚宽服务和桌面端。</a:t>
            </a:r>
          </a:p>
          <a:p xmlns:a="http://schemas.openxmlformats.org/drawingml/2006/main">
            <a:pPr marL="0" algn="l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改完桌面端代码后必须跑 typecheck 和 test，这是硬约束。</a:t>
            </a:r>
          </a:p>
        </p:txBody>
      </p:sp>
      <p:sp>
        <p:nvSpPr>
          <p:cNvPr id="6" name="Footer Placeholder 5"/>
          <p:cNvSpPr>
            <a:spLocks xmlns:a="http://schemas.openxmlformats.org/drawingml/2006/main" noGrp="1"/>
          </p:cNvSpPr>
          <p:nvPr>
            <p:ph type="ftr" sz="quarter" idx="4"/>
          </p:nvPr>
        </p:nvSpPr>
        <p:spPr>
          <a:xfrm xmlns:a="http://schemas.openxmlformats.org/drawingml/2006/main">
            <a:off x="0" y="6502400"/>
            <a:ext cx="3962400" cy="341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 anchor="b"/>
          <a:lstStyle xmlns:a="http://schemas.openxmlformats.org/drawingml/2006/main">
            <a:lvl1pPr algn="l">
              <a:defRPr sz="1200"/>
            </a:lvl1pPr>
          </a:lstStyle>
          <a:p xmlns:a="http://schemas.openxmlformats.org/drawingml/2006/main">
            <a:endParaRPr lang="cs-CZ"/>
          </a:p>
        </p:txBody>
      </p:sp>
      <p:sp>
        <p:nvSpPr>
          <p:cNvPr id="7" name="Slide Number Placeholder 6"/>
          <p:cNvSpPr>
            <a:spLocks xmlns:a="http://schemas.openxmlformats.org/drawingml/2006/main" noGrp="1"/>
          </p:cNvSpPr>
          <p:nvPr>
            <p:ph type="sldNum" sz="quarter" idx="5" hasCustomPrompt="1"/>
          </p:nvPr>
        </p:nvSpPr>
        <p:spPr>
          <a:xfrm xmlns:a="http://schemas.openxmlformats.org/drawingml/2006/main">
            <a:off x="5180013" y="6502400"/>
            <a:ext cx="3962400" cy="341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 anchor="b"/>
          <a:lstStyle xmlns:a="http://schemas.openxmlformats.org/drawingml/2006/main">
            <a:lvl1pPr algn="r">
              <a:defRPr sz="1200"/>
            </a:lvl1pPr>
          </a:lstStyle>
          <a:p xmlns:a="http://schemas.openxmlformats.org/drawingml/2006/main">
            <a:r>
              <a:rPr lang="cs-CZ"/>
              <a:t>&lt;#&gt;</a:t>
            </a:r>
            <a:endParaRPr lang="cs-CZ"/>
          </a:p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 name="Notes Slide 11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xmlns:a="http://schemas.openxmlformats.org/drawingml/2006/main" noGrp="1"/>
          </p:cNvSpPr>
          <p:nvPr>
            <p:ph type="hdr" sz="quarter"/>
          </p:nvPr>
        </p:nvSpPr>
        <p:spPr>
          <a:xfrm xmlns:a="http://schemas.openxmlformats.org/drawingml/2006/main">
            <a:off x="0" y="0"/>
            <a:ext cx="3962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/>
          <a:lstStyle xmlns:a="http://schemas.openxmlformats.org/drawingml/2006/main">
            <a:lvl1pPr algn="l">
              <a:defRPr sz="1200"/>
            </a:lvl1pPr>
          </a:lstStyle>
          <a:p xmlns:a="http://schemas.openxmlformats.org/drawingml/2006/main">
            <a:endParaRPr lang="cs-CZ"/>
          </a:p>
        </p:txBody>
      </p:sp>
      <p:sp>
        <p:nvSpPr>
          <p:cNvPr id="3" name="Date Placeholder 2"/>
          <p:cNvSpPr>
            <a:spLocks xmlns:a="http://schemas.openxmlformats.org/drawingml/2006/main" noGrp="1"/>
          </p:cNvSpPr>
          <p:nvPr>
            <p:ph type="dt" sz="quarter" idx="1"/>
          </p:nvPr>
        </p:nvSpPr>
        <p:spPr>
          <a:xfrm xmlns:a="http://schemas.openxmlformats.org/drawingml/2006/main">
            <a:off x="5180013" y="0"/>
            <a:ext cx="3962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/>
          <a:lstStyle xmlns:a="http://schemas.openxmlformats.org/drawingml/2006/main">
            <a:lvl1pPr algn="r">
              <a:defRPr sz="1200"/>
            </a:lvl1pPr>
          </a:lstStyle>
          <a:p xmlns:a="http://schemas.openxmlformats.org/drawingml/2006/main">
            <a:endParaRPr lang="cs-CZ"/>
          </a:p>
        </p:txBody>
      </p:sp>
      <p:sp>
        <p:nvSpPr>
          <p:cNvPr id="4" name="Slide Image Placeholder 3"/>
          <p:cNvSpPr>
            <a:spLocks xmlns:a="http://schemas.openxmlformats.org/drawingml/2006/main" noGrp="1"/>
          </p:cNvSpPr>
          <p:nvPr>
            <p:ph type="sldImg" sz="quarter" idx="2"/>
          </p:nvPr>
        </p:nvSpPr>
        <p:spPr>
          <a:xfrm xmlns:a="http://schemas.openxmlformats.org/drawingml/2006/main">
            <a:off x="2857500" y="512763"/>
            <a:ext cx="3429000" cy="25669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000000"/>
            </a:solidFill>
          </a:ln>
        </p:spPr>
        <p:txBody>
          <a:bodyPr xmlns:a="http://schemas.openxmlformats.org/drawingml/2006/main" vert="horz" lIns="91440" tIns="45720" rIns="91440" bIns="45720" rtlCol="0" anchor="ctr"/>
          <a:lstStyle xmlns:a="http://schemas.openxmlformats.org/drawingml/2006/main"/>
          <a:p xmlns:a="http://schemas.openxmlformats.org/drawingml/2006/main">
            <a:endParaRPr lang="cs-CZ"/>
          </a:p>
        </p:txBody>
      </p:sp>
      <p:sp>
        <p:nvSpPr>
          <p:cNvPr id="5" name="Notes Placeholder 4"/>
          <p:cNvSpPr>
            <a:spLocks xmlns:a="http://schemas.openxmlformats.org/drawingml/2006/main" noGrp="1"/>
          </p:cNvSpPr>
          <p:nvPr>
            <p:ph type="body" sz="quarter" idx="3" hasCustomPrompt="1"/>
          </p:nvPr>
        </p:nvSpPr>
        <p:spPr>
          <a:xfrm xmlns:a="http://schemas.openxmlformats.org/drawingml/2006/main">
            <a:off x="914400" y="3251200"/>
            <a:ext cx="7315200" cy="308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/>
          <a:lstStyle xmlns:a="http://schemas.openxmlformats.org/drawingml/2006/main"/>
          <a:p xmlns:a="http://schemas.openxmlformats.org/drawingml/2006/main">
            <a:pPr marL="0" algn="l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这一页是十条硬约束。前五条是数据与接口约束，后五条是工程与纪律约束。</a:t>
            </a:r>
          </a:p>
          <a:p xmlns:a="http://schemas.openxmlformats.org/drawingml/2006/main">
            <a:pPr marL="0" algn="l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最重要的是前四条：唯一行情库、pa-agent 只读、IPC 三处同步、Python stdout 纯净。</a:t>
            </a:r>
          </a:p>
          <a:p xmlns:a="http://schemas.openxmlformats.org/drawingml/2006/main">
            <a:pPr marL="0" algn="l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这些都是从踩过的坑里总结出来的，改代码前必须遵守。</a:t>
            </a:r>
          </a:p>
        </p:txBody>
      </p:sp>
      <p:sp>
        <p:nvSpPr>
          <p:cNvPr id="6" name="Footer Placeholder 5"/>
          <p:cNvSpPr>
            <a:spLocks xmlns:a="http://schemas.openxmlformats.org/drawingml/2006/main" noGrp="1"/>
          </p:cNvSpPr>
          <p:nvPr>
            <p:ph type="ftr" sz="quarter" idx="4"/>
          </p:nvPr>
        </p:nvSpPr>
        <p:spPr>
          <a:xfrm xmlns:a="http://schemas.openxmlformats.org/drawingml/2006/main">
            <a:off x="0" y="6502400"/>
            <a:ext cx="3962400" cy="341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 anchor="b"/>
          <a:lstStyle xmlns:a="http://schemas.openxmlformats.org/drawingml/2006/main">
            <a:lvl1pPr algn="l">
              <a:defRPr sz="1200"/>
            </a:lvl1pPr>
          </a:lstStyle>
          <a:p xmlns:a="http://schemas.openxmlformats.org/drawingml/2006/main">
            <a:endParaRPr lang="cs-CZ"/>
          </a:p>
        </p:txBody>
      </p:sp>
      <p:sp>
        <p:nvSpPr>
          <p:cNvPr id="7" name="Slide Number Placeholder 6"/>
          <p:cNvSpPr>
            <a:spLocks xmlns:a="http://schemas.openxmlformats.org/drawingml/2006/main" noGrp="1"/>
          </p:cNvSpPr>
          <p:nvPr>
            <p:ph type="sldNum" sz="quarter" idx="5" hasCustomPrompt="1"/>
          </p:nvPr>
        </p:nvSpPr>
        <p:spPr>
          <a:xfrm xmlns:a="http://schemas.openxmlformats.org/drawingml/2006/main">
            <a:off x="5180013" y="6502400"/>
            <a:ext cx="3962400" cy="341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 anchor="b"/>
          <a:lstStyle xmlns:a="http://schemas.openxmlformats.org/drawingml/2006/main">
            <a:lvl1pPr algn="r">
              <a:defRPr sz="1200"/>
            </a:lvl1pPr>
          </a:lstStyle>
          <a:p xmlns:a="http://schemas.openxmlformats.org/drawingml/2006/main">
            <a:r>
              <a:rPr lang="cs-CZ"/>
              <a:t>&lt;#&gt;</a:t>
            </a:r>
            <a:endParaRPr lang="cs-CZ"/>
          </a:p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 name="Notes Slide 12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xmlns:a="http://schemas.openxmlformats.org/drawingml/2006/main" noGrp="1"/>
          </p:cNvSpPr>
          <p:nvPr>
            <p:ph type="hdr" sz="quarter"/>
          </p:nvPr>
        </p:nvSpPr>
        <p:spPr>
          <a:xfrm xmlns:a="http://schemas.openxmlformats.org/drawingml/2006/main">
            <a:off x="0" y="0"/>
            <a:ext cx="3962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/>
          <a:lstStyle xmlns:a="http://schemas.openxmlformats.org/drawingml/2006/main">
            <a:lvl1pPr algn="l">
              <a:defRPr sz="1200"/>
            </a:lvl1pPr>
          </a:lstStyle>
          <a:p xmlns:a="http://schemas.openxmlformats.org/drawingml/2006/main">
            <a:endParaRPr lang="cs-CZ"/>
          </a:p>
        </p:txBody>
      </p:sp>
      <p:sp>
        <p:nvSpPr>
          <p:cNvPr id="3" name="Date Placeholder 2"/>
          <p:cNvSpPr>
            <a:spLocks xmlns:a="http://schemas.openxmlformats.org/drawingml/2006/main" noGrp="1"/>
          </p:cNvSpPr>
          <p:nvPr>
            <p:ph type="dt" sz="quarter" idx="1"/>
          </p:nvPr>
        </p:nvSpPr>
        <p:spPr>
          <a:xfrm xmlns:a="http://schemas.openxmlformats.org/drawingml/2006/main">
            <a:off x="5180013" y="0"/>
            <a:ext cx="3962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/>
          <a:lstStyle xmlns:a="http://schemas.openxmlformats.org/drawingml/2006/main">
            <a:lvl1pPr algn="r">
              <a:defRPr sz="1200"/>
            </a:lvl1pPr>
          </a:lstStyle>
          <a:p xmlns:a="http://schemas.openxmlformats.org/drawingml/2006/main">
            <a:endParaRPr lang="cs-CZ"/>
          </a:p>
        </p:txBody>
      </p:sp>
      <p:sp>
        <p:nvSpPr>
          <p:cNvPr id="4" name="Slide Image Placeholder 3"/>
          <p:cNvSpPr>
            <a:spLocks xmlns:a="http://schemas.openxmlformats.org/drawingml/2006/main" noGrp="1"/>
          </p:cNvSpPr>
          <p:nvPr>
            <p:ph type="sldImg" sz="quarter" idx="2"/>
          </p:nvPr>
        </p:nvSpPr>
        <p:spPr>
          <a:xfrm xmlns:a="http://schemas.openxmlformats.org/drawingml/2006/main">
            <a:off x="2857500" y="512763"/>
            <a:ext cx="3429000" cy="25669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000000"/>
            </a:solidFill>
          </a:ln>
        </p:spPr>
        <p:txBody>
          <a:bodyPr xmlns:a="http://schemas.openxmlformats.org/drawingml/2006/main" vert="horz" lIns="91440" tIns="45720" rIns="91440" bIns="45720" rtlCol="0" anchor="ctr"/>
          <a:lstStyle xmlns:a="http://schemas.openxmlformats.org/drawingml/2006/main"/>
          <a:p xmlns:a="http://schemas.openxmlformats.org/drawingml/2006/main">
            <a:endParaRPr lang="cs-CZ"/>
          </a:p>
        </p:txBody>
      </p:sp>
      <p:sp>
        <p:nvSpPr>
          <p:cNvPr id="5" name="Notes Placeholder 4"/>
          <p:cNvSpPr>
            <a:spLocks xmlns:a="http://schemas.openxmlformats.org/drawingml/2006/main" noGrp="1"/>
          </p:cNvSpPr>
          <p:nvPr>
            <p:ph type="body" sz="quarter" idx="3" hasCustomPrompt="1"/>
          </p:nvPr>
        </p:nvSpPr>
        <p:spPr>
          <a:xfrm xmlns:a="http://schemas.openxmlformats.org/drawingml/2006/main">
            <a:off x="914400" y="3251200"/>
            <a:ext cx="7315200" cy="308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/>
          <a:lstStyle xmlns:a="http://schemas.openxmlformats.org/drawingml/2006/main"/>
          <a:p xmlns:a="http://schemas.openxmlformats.org/drawingml/2006/main">
            <a:pPr marL="0" algn="l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这是收尾页，一张表把全栈技术选型列清楚。</a:t>
            </a:r>
          </a:p>
          <a:p xmlns:a="http://schemas.openxmlformats.org/drawingml/2006/main">
            <a:pPr marL="0" algn="l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从桌面壳到 AI 服务，从行情源到测试工具，全部本地运行。</a:t>
            </a:r>
          </a:p>
          <a:p xmlns:a="http://schemas.openxmlformats.org/drawingml/2006/main">
            <a:pPr marL="0" algn="l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呼应封面：本地、一体化、免登录。</a:t>
            </a:r>
          </a:p>
        </p:txBody>
      </p:sp>
      <p:sp>
        <p:nvSpPr>
          <p:cNvPr id="6" name="Footer Placeholder 5"/>
          <p:cNvSpPr>
            <a:spLocks xmlns:a="http://schemas.openxmlformats.org/drawingml/2006/main" noGrp="1"/>
          </p:cNvSpPr>
          <p:nvPr>
            <p:ph type="ftr" sz="quarter" idx="4"/>
          </p:nvPr>
        </p:nvSpPr>
        <p:spPr>
          <a:xfrm xmlns:a="http://schemas.openxmlformats.org/drawingml/2006/main">
            <a:off x="0" y="6502400"/>
            <a:ext cx="3962400" cy="341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 anchor="b"/>
          <a:lstStyle xmlns:a="http://schemas.openxmlformats.org/drawingml/2006/main">
            <a:lvl1pPr algn="l">
              <a:defRPr sz="1200"/>
            </a:lvl1pPr>
          </a:lstStyle>
          <a:p xmlns:a="http://schemas.openxmlformats.org/drawingml/2006/main">
            <a:endParaRPr lang="cs-CZ"/>
          </a:p>
        </p:txBody>
      </p:sp>
      <p:sp>
        <p:nvSpPr>
          <p:cNvPr id="7" name="Slide Number Placeholder 6"/>
          <p:cNvSpPr>
            <a:spLocks xmlns:a="http://schemas.openxmlformats.org/drawingml/2006/main" noGrp="1"/>
          </p:cNvSpPr>
          <p:nvPr>
            <p:ph type="sldNum" sz="quarter" idx="5" hasCustomPrompt="1"/>
          </p:nvPr>
        </p:nvSpPr>
        <p:spPr>
          <a:xfrm xmlns:a="http://schemas.openxmlformats.org/drawingml/2006/main">
            <a:off x="5180013" y="6502400"/>
            <a:ext cx="3962400" cy="341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 anchor="b"/>
          <a:lstStyle xmlns:a="http://schemas.openxmlformats.org/drawingml/2006/main">
            <a:lvl1pPr algn="r">
              <a:defRPr sz="1200"/>
            </a:lvl1pPr>
          </a:lstStyle>
          <a:p xmlns:a="http://schemas.openxmlformats.org/drawingml/2006/main">
            <a:r>
              <a:rPr lang="cs-CZ"/>
              <a:t>&lt;#&gt;</a:t>
            </a:r>
            <a:endParaRPr lang="cs-CZ"/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p="http://schemas.openxmlformats.org/presentationml/2006/main" matchingName="" preserve="1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p="http://schemas.openxmlformats.org/presentationml/2006/main" matchingName="TITLE" preserve="1">
  <p:cSld name="TITLE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xmlns:a="http://schemas.openxmlformats.org/drawingml/2006/main" noGrp="1"/>
          </p:cNvSpPr>
          <p:nvPr>
            <p:ph type="title" sz="quarter" hasCustomPrompt="1"/>
          </p:nvPr>
        </p:nvSpPr>
        <p:spPr>
          <a:xfrm xmlns:a="http://schemas.openxmlformats.org/drawingml/2006/main">
            <a:off x="1143000" y="841772"/>
            <a:ext cx="68580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</a:ln>
        </p:spPr>
        <p:txBody>
          <a:bodyPr xmlns:a="http://schemas.openxmlformats.org/drawingml/2006/main" wrap="square" lIns="68575" tIns="34275" rIns="68575" bIns="34275" rtlCol="0" anchor="b">
            <a:normAutofit lnSpcReduction="0"/>
          </a:bodyPr>
          <a:lstStyle xmlns:a="http://schemas.openxmlformats.org/drawingml/2006/main">
            <a:lvl1pPr algn="ctr">
              <a:lnSpc>
                <a:spcPct val="91667"/>
              </a:lnSpc>
              <a:buNone/>
              <a:defRPr sz="4500"/>
            </a:lvl1pPr>
          </a:lstStyle>
          <a:p xmlns:a="http://schemas.openxmlformats.org/drawingml/2006/main">
            <a:pPr marR="0" algn="ctr">
              <a:lnSpc>
                <a:spcPct val="91667"/>
              </a:lnSpc>
            </a:pPr>
            <a:r>
              <a:rPr lang="en-US" sz="45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单击此处添加标题</a:t>
            </a:r>
          </a:p>
        </p:txBody>
      </p:sp>
      <p:sp>
        <p:nvSpPr>
          <p:cNvPr id="3" name="Text Box 2"/>
          <p:cNvSpPr txBox="1">
            <a:spLocks xmlns:a="http://schemas.openxmlformats.org/drawingml/2006/main" noGrp="1"/>
          </p:cNvSpPr>
          <p:nvPr>
            <p:ph type="subTitle" sz="quarter" idx="1" hasCustomPrompt="1"/>
          </p:nvPr>
        </p:nvSpPr>
        <p:spPr>
          <a:xfrm xmlns:a="http://schemas.openxmlformats.org/drawingml/2006/main">
            <a:off x="1143000" y="2701528"/>
            <a:ext cx="6858000" cy="12418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</a:ln>
        </p:spPr>
        <p:txBody>
          <a:bodyPr xmlns:a="http://schemas.openxmlformats.org/drawingml/2006/main" wrap="square" lIns="68575" tIns="34275" rIns="68575" bIns="34275" rtlCol="0" anchor="t">
            <a:normAutofit lnSpcReduction="0"/>
          </a:bodyPr>
          <a:lstStyle xmlns:a="http://schemas.openxmlformats.org/drawingml/2006/main">
            <a:lvl1pPr algn="ctr">
              <a:lnSpc>
                <a:spcPct val="91667"/>
              </a:lnSpc>
              <a:buNone/>
              <a:defRPr sz="1800"/>
            </a:lvl1pPr>
          </a:lstStyle>
          <a:p xmlns:a="http://schemas.openxmlformats.org/drawingml/2006/main">
            <a:pPr marL="457200" marR="0" indent="-361950" algn="ctr">
              <a:lnSpc>
                <a:spcPct val="91667"/>
              </a:lnSpc>
              <a:spcBef>
                <a:spcPts val="800"/>
              </a:spcBef>
            </a:pPr>
            <a:r>
              <a:rPr lang="en-US" sz="18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单击此处添加副标题</a:t>
            </a:r>
          </a:p>
        </p:txBody>
      </p:sp>
      <p:sp>
        <p:nvSpPr>
          <p:cNvPr id="4" name="Text Box 3"/>
          <p:cNvSpPr txBox="1">
            <a:spLocks xmlns:a="http://schemas.openxmlformats.org/drawingml/2006/main" noGrp="1"/>
          </p:cNvSpPr>
          <p:nvPr>
            <p:ph type="body" sz="quarter" idx="10" hasCustomPrompt="1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900"/>
            </a:lvl1pPr>
          </a:lstStyle>
          <a:p xmlns:a="http://schemas.openxmlformats.org/drawingml/2006/main">
            <a:pPr marR="0" algn="l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日期</a:t>
            </a:r>
          </a:p>
        </p:txBody>
      </p:sp>
      <p:sp>
        <p:nvSpPr>
          <p:cNvPr id="5" name="Text Box 4"/>
          <p:cNvSpPr txBox="1">
            <a:spLocks xmlns:a="http://schemas.openxmlformats.org/drawingml/2006/main" noGrp="1"/>
          </p:cNvSpPr>
          <p:nvPr>
            <p:ph type="body" sz="quarter" idx="11" hasCustomPrompt="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900"/>
            </a:lvl1pPr>
          </a:lstStyle>
          <a:p xmlns:a="http://schemas.openxmlformats.org/drawingml/2006/main">
            <a:pPr marR="0" algn="ct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页脚</a:t>
            </a:r>
          </a:p>
        </p:txBody>
      </p:sp>
      <p:sp>
        <p:nvSpPr>
          <p:cNvPr id="6" name="Text Box 5"/>
          <p:cNvSpPr txBox="1">
            <a:spLocks xmlns:a="http://schemas.openxmlformats.org/drawingml/2006/main" noGrp="1"/>
          </p:cNvSpPr>
          <p:nvPr>
            <p:ph type="body" sz="quarter" idx="12" hasCustomPrompt="1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ctr">
            <a:noAutofit/>
          </a:bodyPr>
          <a:lstStyle xmlns:a="http://schemas.openxmlformats.org/drawingml/2006/main">
            <a:lvl1pPr algn="r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/>
              </a:defRPr>
            </a:lvl1pPr>
          </a:lstStyle>
          <a:p xmlns:a="http://schemas.openxmlformats.org/drawingml/2006/main">
            <a:pPr marL="0" marR="0" algn="r">
              <a:lnSpc>
                <a:spcPct val="100000"/>
              </a:lnSpc>
            </a:pPr>
            <a:fld id="{00000000-0000-0000-0000-000000000001}" type="slidenum">
              <a:rPr lang="zh-CN" sz="900" b="0" i="0" u="none" strike="noStrike" spc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matchingName="OBJECT" preserve="1">
  <p:cSld name="OBJECT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xmlns:a="http://schemas.openxmlformats.org/drawingml/2006/main" noGrp="1"/>
          </p:cNvSpPr>
          <p:nvPr>
            <p:ph type="title" sz="quarter" hasCustomPrompt="1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ctr">
            <a:normAutofit lnSpcReduction="0"/>
          </a:bodyPr>
          <a:lstStyle xmlns:a="http://schemas.openxmlformats.org/drawingml/2006/main">
            <a:lvl1pPr algn="l">
              <a:lnSpc>
                <a:spcPct val="91667"/>
              </a:lnSpc>
              <a:buNone/>
              <a:defRPr sz="3300"/>
            </a:lvl1pPr>
          </a:lstStyle>
          <a:p xmlns:a="http://schemas.openxmlformats.org/drawingml/2006/main">
            <a:pPr marR="0" algn="l">
              <a:lnSpc>
                <a:spcPct val="91667"/>
              </a:lnSpc>
            </a:pPr>
            <a:r>
              <a:rPr lang="en-US" sz="33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单击此处添加标题</a:t>
            </a:r>
          </a:p>
        </p:txBody>
      </p:sp>
      <p:sp>
        <p:nvSpPr>
          <p:cNvPr id="3" name="Text Box 2"/>
          <p:cNvSpPr txBox="1">
            <a:spLocks xmlns:a="http://schemas.openxmlformats.org/drawingml/2006/main" noGrp="1"/>
          </p:cNvSpPr>
          <p:nvPr>
            <p:ph type="body" sz="quarter" idx="1" hasCustomPrompt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t">
            <a:normAutofit lnSpcReduction="0"/>
          </a:bodyPr>
          <a:lstStyle xmlns:a="http://schemas.openxmlformats.org/drawingml/2006/main">
            <a:lvl1pPr algn="l">
              <a:lnSpc>
                <a:spcPct val="91667"/>
              </a:lnSpc>
              <a:buNone/>
              <a:defRPr sz="2100"/>
            </a:lvl1pPr>
          </a:lstStyle>
          <a:p xmlns:a="http://schemas.openxmlformats.org/drawingml/2006/main">
            <a:pPr marL="457200" marR="0" indent="-317500" algn="l">
              <a:lnSpc>
                <a:spcPct val="91667"/>
              </a:lnSpc>
              <a:spcBef>
                <a:spcPts val="800"/>
              </a:spcBef>
            </a:pPr>
            <a:r>
              <a:rPr lang="en-US" sz="21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单击此处添加文本</a:t>
            </a:r>
          </a:p>
        </p:txBody>
      </p:sp>
      <p:sp>
        <p:nvSpPr>
          <p:cNvPr id="4" name="Text Box 3"/>
          <p:cNvSpPr txBox="1">
            <a:spLocks xmlns:a="http://schemas.openxmlformats.org/drawingml/2006/main" noGrp="1"/>
          </p:cNvSpPr>
          <p:nvPr>
            <p:ph type="body" sz="quarter" idx="10" hasCustomPrompt="1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900"/>
            </a:lvl1pPr>
          </a:lstStyle>
          <a:p xmlns:a="http://schemas.openxmlformats.org/drawingml/2006/main">
            <a:pPr marR="0" algn="l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日期</a:t>
            </a:r>
          </a:p>
        </p:txBody>
      </p:sp>
      <p:sp>
        <p:nvSpPr>
          <p:cNvPr id="5" name="Text Box 4"/>
          <p:cNvSpPr txBox="1">
            <a:spLocks xmlns:a="http://schemas.openxmlformats.org/drawingml/2006/main" noGrp="1"/>
          </p:cNvSpPr>
          <p:nvPr>
            <p:ph type="body" sz="quarter" idx="11" hasCustomPrompt="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900"/>
            </a:lvl1pPr>
          </a:lstStyle>
          <a:p xmlns:a="http://schemas.openxmlformats.org/drawingml/2006/main">
            <a:pPr marR="0" algn="ct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页脚</a:t>
            </a:r>
          </a:p>
        </p:txBody>
      </p:sp>
      <p:sp>
        <p:nvSpPr>
          <p:cNvPr id="6" name="Text Box 5"/>
          <p:cNvSpPr txBox="1">
            <a:spLocks xmlns:a="http://schemas.openxmlformats.org/drawingml/2006/main" noGrp="1"/>
          </p:cNvSpPr>
          <p:nvPr>
            <p:ph type="body" sz="quarter" idx="12" hasCustomPrompt="1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ctr">
            <a:noAutofit/>
          </a:bodyPr>
          <a:lstStyle xmlns:a="http://schemas.openxmlformats.org/drawingml/2006/main">
            <a:lvl1pPr algn="r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/>
              </a:defRPr>
            </a:lvl1pPr>
          </a:lstStyle>
          <a:p xmlns:a="http://schemas.openxmlformats.org/drawingml/2006/main">
            <a:pPr marL="0" marR="0" algn="r">
              <a:lnSpc>
                <a:spcPct val="100000"/>
              </a:lnSpc>
            </a:pPr>
            <a:fld id="{00000000-0000-0000-0000-000000000001}" type="slidenum">
              <a:rPr lang="zh-CN" sz="900" b="0" i="0" u="none" strike="noStrike" spc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matchingName="SECTION_HEADER" preserve="1">
  <p:cSld name="SECTION_HEADER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xmlns:a="http://schemas.openxmlformats.org/drawingml/2006/main" noGrp="1"/>
          </p:cNvSpPr>
          <p:nvPr>
            <p:ph type="title" sz="quarter" hasCustomPrompt="1"/>
          </p:nvPr>
        </p:nvSpPr>
        <p:spPr>
          <a:xfrm xmlns:a="http://schemas.openxmlformats.org/drawingml/2006/main">
            <a:off x="623888" y="1282304"/>
            <a:ext cx="7886700" cy="21395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b">
            <a:normAutofit lnSpcReduction="0"/>
          </a:bodyPr>
          <a:lstStyle xmlns:a="http://schemas.openxmlformats.org/drawingml/2006/main">
            <a:lvl1pPr algn="l">
              <a:lnSpc>
                <a:spcPct val="91667"/>
              </a:lnSpc>
              <a:buNone/>
              <a:defRPr sz="4500"/>
            </a:lvl1pPr>
          </a:lstStyle>
          <a:p xmlns:a="http://schemas.openxmlformats.org/drawingml/2006/main">
            <a:pPr marR="0" algn="l">
              <a:lnSpc>
                <a:spcPct val="91667"/>
              </a:lnSpc>
            </a:pPr>
            <a:r>
              <a:rPr lang="en-US" sz="45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单击此处添加标题</a:t>
            </a:r>
          </a:p>
        </p:txBody>
      </p:sp>
      <p:sp>
        <p:nvSpPr>
          <p:cNvPr id="3" name="Text Box 2"/>
          <p:cNvSpPr txBox="1">
            <a:spLocks xmlns:a="http://schemas.openxmlformats.org/drawingml/2006/main" noGrp="1"/>
          </p:cNvSpPr>
          <p:nvPr>
            <p:ph type="body" sz="quarter" idx="1" hasCustomPrompt="1"/>
          </p:nvPr>
        </p:nvSpPr>
        <p:spPr>
          <a:xfrm xmlns:a="http://schemas.openxmlformats.org/drawingml/2006/main">
            <a:off x="623888" y="3442097"/>
            <a:ext cx="7886700" cy="11251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t">
            <a:normAutofit lnSpcReduction="0"/>
          </a:bodyPr>
          <a:lstStyle xmlns:a="http://schemas.openxmlformats.org/drawingml/2006/main">
            <a:lvl1pPr algn="l">
              <a:lnSpc>
                <a:spcPct val="91667"/>
              </a:lnSpc>
              <a:buNone/>
              <a:defRPr sz="1800"/>
            </a:lvl1pPr>
          </a:lstStyle>
          <a:p xmlns:a="http://schemas.openxmlformats.org/drawingml/2006/main">
            <a:pPr marL="457200" marR="0" indent="-228600" algn="l">
              <a:lnSpc>
                <a:spcPct val="91667"/>
              </a:lnSpc>
              <a:spcBef>
                <a:spcPts val="800"/>
              </a:spcBef>
            </a:pPr>
            <a:r>
              <a:rPr lang="en-US" sz="1800" b="0" i="0" u="none" strike="noStrike" spc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单击此处添加文本</a:t>
            </a:r>
          </a:p>
        </p:txBody>
      </p:sp>
      <p:sp>
        <p:nvSpPr>
          <p:cNvPr id="4" name="Text Box 3"/>
          <p:cNvSpPr txBox="1">
            <a:spLocks xmlns:a="http://schemas.openxmlformats.org/drawingml/2006/main" noGrp="1"/>
          </p:cNvSpPr>
          <p:nvPr>
            <p:ph type="body" sz="quarter" idx="10" hasCustomPrompt="1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900"/>
            </a:lvl1pPr>
          </a:lstStyle>
          <a:p xmlns:a="http://schemas.openxmlformats.org/drawingml/2006/main">
            <a:pPr marR="0" algn="l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日期</a:t>
            </a:r>
          </a:p>
        </p:txBody>
      </p:sp>
      <p:sp>
        <p:nvSpPr>
          <p:cNvPr id="5" name="Text Box 4"/>
          <p:cNvSpPr txBox="1">
            <a:spLocks xmlns:a="http://schemas.openxmlformats.org/drawingml/2006/main" noGrp="1"/>
          </p:cNvSpPr>
          <p:nvPr>
            <p:ph type="body" sz="quarter" idx="11" hasCustomPrompt="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900"/>
            </a:lvl1pPr>
          </a:lstStyle>
          <a:p xmlns:a="http://schemas.openxmlformats.org/drawingml/2006/main">
            <a:pPr marR="0" algn="ct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页脚</a:t>
            </a:r>
          </a:p>
        </p:txBody>
      </p:sp>
      <p:sp>
        <p:nvSpPr>
          <p:cNvPr id="6" name="Text Box 5"/>
          <p:cNvSpPr txBox="1">
            <a:spLocks xmlns:a="http://schemas.openxmlformats.org/drawingml/2006/main" noGrp="1"/>
          </p:cNvSpPr>
          <p:nvPr>
            <p:ph type="body" sz="quarter" idx="12" hasCustomPrompt="1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ctr">
            <a:noAutofit/>
          </a:bodyPr>
          <a:lstStyle xmlns:a="http://schemas.openxmlformats.org/drawingml/2006/main">
            <a:lvl1pPr algn="r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/>
              </a:defRPr>
            </a:lvl1pPr>
          </a:lstStyle>
          <a:p xmlns:a="http://schemas.openxmlformats.org/drawingml/2006/main">
            <a:pPr marL="0" marR="0" algn="r">
              <a:lnSpc>
                <a:spcPct val="100000"/>
              </a:lnSpc>
            </a:pPr>
            <a:fld id="{00000000-0000-0000-0000-000000000001}" type="slidenum">
              <a:rPr lang="zh-CN" sz="900" b="0" i="0" u="none" strike="noStrike" spc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matchingName="TWO_OBJECTS" preserve="1">
  <p:cSld name="TWO_OBJECTS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xmlns:a="http://schemas.openxmlformats.org/drawingml/2006/main" noGrp="1"/>
          </p:cNvSpPr>
          <p:nvPr>
            <p:ph type="title" sz="quarter" hasCustomPrompt="1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ctr">
            <a:normAutofit lnSpcReduction="0"/>
          </a:bodyPr>
          <a:lstStyle xmlns:a="http://schemas.openxmlformats.org/drawingml/2006/main">
            <a:lvl1pPr algn="l">
              <a:lnSpc>
                <a:spcPct val="91667"/>
              </a:lnSpc>
              <a:buNone/>
              <a:defRPr sz="3300"/>
            </a:lvl1pPr>
          </a:lstStyle>
          <a:p xmlns:a="http://schemas.openxmlformats.org/drawingml/2006/main">
            <a:pPr marR="0" algn="l">
              <a:lnSpc>
                <a:spcPct val="91667"/>
              </a:lnSpc>
            </a:pPr>
            <a:r>
              <a:rPr lang="en-US" sz="33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单击此处添加标题</a:t>
            </a:r>
          </a:p>
        </p:txBody>
      </p:sp>
      <p:sp>
        <p:nvSpPr>
          <p:cNvPr id="3" name="Text Box 2"/>
          <p:cNvSpPr txBox="1">
            <a:spLocks xmlns:a="http://schemas.openxmlformats.org/drawingml/2006/main" noGrp="1"/>
          </p:cNvSpPr>
          <p:nvPr>
            <p:ph type="body" sz="quarter" idx="1" hasCustomPrompt="1"/>
          </p:nvPr>
        </p:nvSpPr>
        <p:spPr>
          <a:xfrm xmlns:a="http://schemas.openxmlformats.org/drawingml/2006/main">
            <a:off x="628650" y="1369219"/>
            <a:ext cx="3886200" cy="326350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t">
            <a:normAutofit lnSpcReduction="0"/>
          </a:bodyPr>
          <a:lstStyle xmlns:a="http://schemas.openxmlformats.org/drawingml/2006/main">
            <a:lvl1pPr algn="l">
              <a:lnSpc>
                <a:spcPct val="91667"/>
              </a:lnSpc>
              <a:buNone/>
              <a:defRPr sz="2100"/>
            </a:lvl1pPr>
          </a:lstStyle>
          <a:p xmlns:a="http://schemas.openxmlformats.org/drawingml/2006/main">
            <a:pPr marL="457200" marR="0" indent="-317500" algn="l">
              <a:lnSpc>
                <a:spcPct val="91667"/>
              </a:lnSpc>
              <a:spcBef>
                <a:spcPts val="800"/>
              </a:spcBef>
            </a:pPr>
            <a:r>
              <a:rPr lang="en-US" sz="21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单击此处添加文本</a:t>
            </a:r>
          </a:p>
        </p:txBody>
      </p:sp>
      <p:sp>
        <p:nvSpPr>
          <p:cNvPr id="4" name="Text Box 3"/>
          <p:cNvSpPr txBox="1">
            <a:spLocks xmlns:a="http://schemas.openxmlformats.org/drawingml/2006/main" noGrp="1"/>
          </p:cNvSpPr>
          <p:nvPr>
            <p:ph type="body" sz="quarter" idx="2" hasCustomPrompt="1"/>
          </p:nvPr>
        </p:nvSpPr>
        <p:spPr>
          <a:xfrm xmlns:a="http://schemas.openxmlformats.org/drawingml/2006/main">
            <a:off x="4629150" y="1369219"/>
            <a:ext cx="3886200" cy="326350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t">
            <a:normAutofit lnSpcReduction="0"/>
          </a:bodyPr>
          <a:lstStyle xmlns:a="http://schemas.openxmlformats.org/drawingml/2006/main">
            <a:lvl1pPr algn="l">
              <a:lnSpc>
                <a:spcPct val="91667"/>
              </a:lnSpc>
              <a:buNone/>
              <a:defRPr sz="2100"/>
            </a:lvl1pPr>
          </a:lstStyle>
          <a:p xmlns:a="http://schemas.openxmlformats.org/drawingml/2006/main">
            <a:pPr marL="457200" marR="0" indent="-317500" algn="l">
              <a:lnSpc>
                <a:spcPct val="91667"/>
              </a:lnSpc>
              <a:spcBef>
                <a:spcPts val="800"/>
              </a:spcBef>
            </a:pPr>
            <a:r>
              <a:rPr lang="en-US" sz="21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单击此处添加文本</a:t>
            </a:r>
          </a:p>
        </p:txBody>
      </p:sp>
      <p:sp>
        <p:nvSpPr>
          <p:cNvPr id="5" name="Text Box 4"/>
          <p:cNvSpPr txBox="1">
            <a:spLocks xmlns:a="http://schemas.openxmlformats.org/drawingml/2006/main" noGrp="1"/>
          </p:cNvSpPr>
          <p:nvPr>
            <p:ph type="body" sz="quarter" idx="10" hasCustomPrompt="1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900"/>
            </a:lvl1pPr>
          </a:lstStyle>
          <a:p xmlns:a="http://schemas.openxmlformats.org/drawingml/2006/main">
            <a:pPr marR="0" algn="l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日期</a:t>
            </a:r>
          </a:p>
        </p:txBody>
      </p:sp>
      <p:sp>
        <p:nvSpPr>
          <p:cNvPr id="6" name="Text Box 5"/>
          <p:cNvSpPr txBox="1">
            <a:spLocks xmlns:a="http://schemas.openxmlformats.org/drawingml/2006/main" noGrp="1"/>
          </p:cNvSpPr>
          <p:nvPr>
            <p:ph type="body" sz="quarter" idx="11" hasCustomPrompt="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900"/>
            </a:lvl1pPr>
          </a:lstStyle>
          <a:p xmlns:a="http://schemas.openxmlformats.org/drawingml/2006/main">
            <a:pPr marR="0" algn="ct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页脚</a:t>
            </a:r>
          </a:p>
        </p:txBody>
      </p:sp>
      <p:sp>
        <p:nvSpPr>
          <p:cNvPr id="7" name="Text Box 6"/>
          <p:cNvSpPr txBox="1">
            <a:spLocks xmlns:a="http://schemas.openxmlformats.org/drawingml/2006/main" noGrp="1"/>
          </p:cNvSpPr>
          <p:nvPr>
            <p:ph type="body" sz="quarter" idx="12" hasCustomPrompt="1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ctr">
            <a:noAutofit/>
          </a:bodyPr>
          <a:lstStyle xmlns:a="http://schemas.openxmlformats.org/drawingml/2006/main">
            <a:lvl1pPr algn="r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/>
              </a:defRPr>
            </a:lvl1pPr>
          </a:lstStyle>
          <a:p xmlns:a="http://schemas.openxmlformats.org/drawingml/2006/main">
            <a:pPr marL="0" marR="0" algn="r">
              <a:lnSpc>
                <a:spcPct val="100000"/>
              </a:lnSpc>
            </a:pPr>
            <a:fld id="{00000000-0000-0000-0000-000000000001}" type="slidenum">
              <a:rPr lang="zh-CN" sz="900" b="0" i="0" u="none" strike="noStrike" spc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matchingName="TWO_OBJECTS_WITH_TEXT" preserve="1">
  <p:cSld name="TWO_OBJECTS_WITH_TEXT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xmlns:a="http://schemas.openxmlformats.org/drawingml/2006/main" noGrp="1"/>
          </p:cNvSpPr>
          <p:nvPr>
            <p:ph type="title" sz="quarter" hasCustomPrompt="1"/>
          </p:nvPr>
        </p:nvSpPr>
        <p:spPr>
          <a:xfrm xmlns:a="http://schemas.openxmlformats.org/drawingml/2006/main">
            <a:off x="629841" y="273844"/>
            <a:ext cx="7886700" cy="9941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ctr">
            <a:normAutofit lnSpcReduction="0"/>
          </a:bodyPr>
          <a:lstStyle xmlns:a="http://schemas.openxmlformats.org/drawingml/2006/main">
            <a:lvl1pPr algn="l">
              <a:lnSpc>
                <a:spcPct val="91667"/>
              </a:lnSpc>
              <a:buNone/>
              <a:defRPr sz="3300"/>
            </a:lvl1pPr>
          </a:lstStyle>
          <a:p xmlns:a="http://schemas.openxmlformats.org/drawingml/2006/main">
            <a:pPr marR="0" algn="l">
              <a:lnSpc>
                <a:spcPct val="91667"/>
              </a:lnSpc>
            </a:pPr>
            <a:r>
              <a:rPr lang="en-US" sz="33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单击此处添加标题</a:t>
            </a:r>
          </a:p>
        </p:txBody>
      </p:sp>
      <p:sp>
        <p:nvSpPr>
          <p:cNvPr id="3" name="Text Box 2"/>
          <p:cNvSpPr txBox="1">
            <a:spLocks xmlns:a="http://schemas.openxmlformats.org/drawingml/2006/main" noGrp="1"/>
          </p:cNvSpPr>
          <p:nvPr>
            <p:ph type="body" sz="quarter" idx="1" hasCustomPrompt="1"/>
          </p:nvPr>
        </p:nvSpPr>
        <p:spPr>
          <a:xfrm xmlns:a="http://schemas.openxmlformats.org/drawingml/2006/main">
            <a:off x="629841" y="1260872"/>
            <a:ext cx="3868340" cy="61793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b">
            <a:normAutofit lnSpcReduction="0"/>
          </a:bodyPr>
          <a:lstStyle xmlns:a="http://schemas.openxmlformats.org/drawingml/2006/main">
            <a:lvl1pPr algn="l">
              <a:lnSpc>
                <a:spcPct val="91667"/>
              </a:lnSpc>
              <a:buNone/>
              <a:defRPr sz="1800"/>
            </a:lvl1pPr>
          </a:lstStyle>
          <a:p xmlns:a="http://schemas.openxmlformats.org/drawingml/2006/main">
            <a:pPr marL="457200" marR="0" indent="-228600" algn="l">
              <a:lnSpc>
                <a:spcPct val="91667"/>
              </a:lnSpc>
              <a:spcBef>
                <a:spcPts val="800"/>
              </a:spcBef>
            </a:pPr>
            <a:r>
              <a:rPr lang="en-US" sz="1800" b="1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单击此处添加文本</a:t>
            </a:r>
          </a:p>
        </p:txBody>
      </p:sp>
      <p:sp>
        <p:nvSpPr>
          <p:cNvPr id="4" name="Text Box 3"/>
          <p:cNvSpPr txBox="1">
            <a:spLocks xmlns:a="http://schemas.openxmlformats.org/drawingml/2006/main" noGrp="1"/>
          </p:cNvSpPr>
          <p:nvPr>
            <p:ph type="body" sz="quarter" idx="2" hasCustomPrompt="1"/>
          </p:nvPr>
        </p:nvSpPr>
        <p:spPr>
          <a:xfrm xmlns:a="http://schemas.openxmlformats.org/drawingml/2006/main">
            <a:off x="629841" y="1878806"/>
            <a:ext cx="3868340" cy="276344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t">
            <a:normAutofit lnSpcReduction="0"/>
          </a:bodyPr>
          <a:lstStyle xmlns:a="http://schemas.openxmlformats.org/drawingml/2006/main">
            <a:lvl1pPr algn="l">
              <a:lnSpc>
                <a:spcPct val="91667"/>
              </a:lnSpc>
              <a:buNone/>
              <a:defRPr sz="2100"/>
            </a:lvl1pPr>
          </a:lstStyle>
          <a:p xmlns:a="http://schemas.openxmlformats.org/drawingml/2006/main">
            <a:pPr marL="457200" marR="0" indent="-317500" algn="l">
              <a:lnSpc>
                <a:spcPct val="91667"/>
              </a:lnSpc>
              <a:spcBef>
                <a:spcPts val="800"/>
              </a:spcBef>
            </a:pPr>
            <a:r>
              <a:rPr lang="en-US" sz="21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单击此处添加文本</a:t>
            </a:r>
          </a:p>
        </p:txBody>
      </p:sp>
      <p:sp>
        <p:nvSpPr>
          <p:cNvPr id="5" name="Text Box 4"/>
          <p:cNvSpPr txBox="1">
            <a:spLocks xmlns:a="http://schemas.openxmlformats.org/drawingml/2006/main" noGrp="1"/>
          </p:cNvSpPr>
          <p:nvPr>
            <p:ph type="body" sz="quarter" idx="3" hasCustomPrompt="1"/>
          </p:nvPr>
        </p:nvSpPr>
        <p:spPr>
          <a:xfrm xmlns:a="http://schemas.openxmlformats.org/drawingml/2006/main">
            <a:off x="4629150" y="1260872"/>
            <a:ext cx="3887391" cy="61793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b">
            <a:normAutofit lnSpcReduction="0"/>
          </a:bodyPr>
          <a:lstStyle xmlns:a="http://schemas.openxmlformats.org/drawingml/2006/main">
            <a:lvl1pPr algn="l">
              <a:lnSpc>
                <a:spcPct val="91667"/>
              </a:lnSpc>
              <a:buNone/>
              <a:defRPr sz="1800"/>
            </a:lvl1pPr>
          </a:lstStyle>
          <a:p xmlns:a="http://schemas.openxmlformats.org/drawingml/2006/main">
            <a:pPr marL="457200" marR="0" indent="-228600" algn="l">
              <a:lnSpc>
                <a:spcPct val="91667"/>
              </a:lnSpc>
              <a:spcBef>
                <a:spcPts val="800"/>
              </a:spcBef>
            </a:pPr>
            <a:r>
              <a:rPr lang="en-US" sz="1800" b="1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单击此处添加文本</a:t>
            </a:r>
          </a:p>
        </p:txBody>
      </p:sp>
      <p:sp>
        <p:nvSpPr>
          <p:cNvPr id="6" name="Text Box 5"/>
          <p:cNvSpPr txBox="1">
            <a:spLocks xmlns:a="http://schemas.openxmlformats.org/drawingml/2006/main" noGrp="1"/>
          </p:cNvSpPr>
          <p:nvPr>
            <p:ph type="body" sz="quarter" idx="4" hasCustomPrompt="1"/>
          </p:nvPr>
        </p:nvSpPr>
        <p:spPr>
          <a:xfrm xmlns:a="http://schemas.openxmlformats.org/drawingml/2006/main">
            <a:off x="4629150" y="1878806"/>
            <a:ext cx="3887391" cy="276344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t">
            <a:normAutofit lnSpcReduction="0"/>
          </a:bodyPr>
          <a:lstStyle xmlns:a="http://schemas.openxmlformats.org/drawingml/2006/main">
            <a:lvl1pPr algn="l">
              <a:lnSpc>
                <a:spcPct val="91667"/>
              </a:lnSpc>
              <a:buNone/>
              <a:defRPr sz="2100"/>
            </a:lvl1pPr>
          </a:lstStyle>
          <a:p xmlns:a="http://schemas.openxmlformats.org/drawingml/2006/main">
            <a:pPr marL="457200" marR="0" indent="-317500" algn="l">
              <a:lnSpc>
                <a:spcPct val="91667"/>
              </a:lnSpc>
              <a:spcBef>
                <a:spcPts val="800"/>
              </a:spcBef>
            </a:pPr>
            <a:r>
              <a:rPr lang="en-US" sz="21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单击此处添加文本</a:t>
            </a:r>
          </a:p>
        </p:txBody>
      </p:sp>
      <p:sp>
        <p:nvSpPr>
          <p:cNvPr id="7" name="Text Box 6"/>
          <p:cNvSpPr txBox="1">
            <a:spLocks xmlns:a="http://schemas.openxmlformats.org/drawingml/2006/main" noGrp="1"/>
          </p:cNvSpPr>
          <p:nvPr>
            <p:ph type="body" sz="quarter" idx="10" hasCustomPrompt="1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900"/>
            </a:lvl1pPr>
          </a:lstStyle>
          <a:p xmlns:a="http://schemas.openxmlformats.org/drawingml/2006/main">
            <a:pPr marR="0" algn="l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日期</a:t>
            </a:r>
          </a:p>
        </p:txBody>
      </p:sp>
      <p:sp>
        <p:nvSpPr>
          <p:cNvPr id="8" name="Text Box 7"/>
          <p:cNvSpPr txBox="1">
            <a:spLocks xmlns:a="http://schemas.openxmlformats.org/drawingml/2006/main" noGrp="1"/>
          </p:cNvSpPr>
          <p:nvPr>
            <p:ph type="body" sz="quarter" idx="11" hasCustomPrompt="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900"/>
            </a:lvl1pPr>
          </a:lstStyle>
          <a:p xmlns:a="http://schemas.openxmlformats.org/drawingml/2006/main">
            <a:pPr marR="0" algn="ct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页脚</a:t>
            </a:r>
          </a:p>
        </p:txBody>
      </p:sp>
      <p:sp>
        <p:nvSpPr>
          <p:cNvPr id="9" name="Text Box 8"/>
          <p:cNvSpPr txBox="1">
            <a:spLocks xmlns:a="http://schemas.openxmlformats.org/drawingml/2006/main" noGrp="1"/>
          </p:cNvSpPr>
          <p:nvPr>
            <p:ph type="body" sz="quarter" idx="12" hasCustomPrompt="1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ctr">
            <a:noAutofit/>
          </a:bodyPr>
          <a:lstStyle xmlns:a="http://schemas.openxmlformats.org/drawingml/2006/main">
            <a:lvl1pPr algn="r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/>
              </a:defRPr>
            </a:lvl1pPr>
          </a:lstStyle>
          <a:p xmlns:a="http://schemas.openxmlformats.org/drawingml/2006/main">
            <a:pPr marL="0" marR="0" algn="r">
              <a:lnSpc>
                <a:spcPct val="100000"/>
              </a:lnSpc>
            </a:pPr>
            <a:fld id="{00000000-0000-0000-0000-000000000001}" type="slidenum">
              <a:rPr lang="zh-CN" sz="900" b="0" i="0" u="none" strike="noStrike" spc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matchingName="TITLE_ONLY" preserve="1">
  <p:cSld name="TITLE_ONLY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xmlns:a="http://schemas.openxmlformats.org/drawingml/2006/main" noGrp="1"/>
          </p:cNvSpPr>
          <p:nvPr>
            <p:ph type="title" sz="quarter" hasCustomPrompt="1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ctr">
            <a:normAutofit lnSpcReduction="0"/>
          </a:bodyPr>
          <a:lstStyle xmlns:a="http://schemas.openxmlformats.org/drawingml/2006/main">
            <a:lvl1pPr algn="l">
              <a:lnSpc>
                <a:spcPct val="91667"/>
              </a:lnSpc>
              <a:buNone/>
              <a:defRPr sz="3300"/>
            </a:lvl1pPr>
          </a:lstStyle>
          <a:p xmlns:a="http://schemas.openxmlformats.org/drawingml/2006/main">
            <a:pPr marR="0" algn="l">
              <a:lnSpc>
                <a:spcPct val="91667"/>
              </a:lnSpc>
            </a:pPr>
            <a:r>
              <a:rPr lang="en-US" sz="33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单击此处添加标题</a:t>
            </a:r>
          </a:p>
        </p:txBody>
      </p:sp>
      <p:sp>
        <p:nvSpPr>
          <p:cNvPr id="3" name="Text Box 2"/>
          <p:cNvSpPr txBox="1">
            <a:spLocks xmlns:a="http://schemas.openxmlformats.org/drawingml/2006/main" noGrp="1"/>
          </p:cNvSpPr>
          <p:nvPr>
            <p:ph type="body" sz="quarter" idx="10" hasCustomPrompt="1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900"/>
            </a:lvl1pPr>
          </a:lstStyle>
          <a:p xmlns:a="http://schemas.openxmlformats.org/drawingml/2006/main">
            <a:pPr marR="0" algn="l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日期</a:t>
            </a:r>
          </a:p>
        </p:txBody>
      </p:sp>
      <p:sp>
        <p:nvSpPr>
          <p:cNvPr id="4" name="Text Box 3"/>
          <p:cNvSpPr txBox="1">
            <a:spLocks xmlns:a="http://schemas.openxmlformats.org/drawingml/2006/main" noGrp="1"/>
          </p:cNvSpPr>
          <p:nvPr>
            <p:ph type="body" sz="quarter" idx="11" hasCustomPrompt="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900"/>
            </a:lvl1pPr>
          </a:lstStyle>
          <a:p xmlns:a="http://schemas.openxmlformats.org/drawingml/2006/main">
            <a:pPr marR="0" algn="ct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页脚</a:t>
            </a:r>
          </a:p>
        </p:txBody>
      </p:sp>
      <p:sp>
        <p:nvSpPr>
          <p:cNvPr id="5" name="Text Box 4"/>
          <p:cNvSpPr txBox="1">
            <a:spLocks xmlns:a="http://schemas.openxmlformats.org/drawingml/2006/main" noGrp="1"/>
          </p:cNvSpPr>
          <p:nvPr>
            <p:ph type="body" sz="quarter" idx="12" hasCustomPrompt="1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ctr">
            <a:noAutofit/>
          </a:bodyPr>
          <a:lstStyle xmlns:a="http://schemas.openxmlformats.org/drawingml/2006/main">
            <a:lvl1pPr algn="r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/>
              </a:defRPr>
            </a:lvl1pPr>
          </a:lstStyle>
          <a:p xmlns:a="http://schemas.openxmlformats.org/drawingml/2006/main">
            <a:pPr marL="0" marR="0" algn="r">
              <a:lnSpc>
                <a:spcPct val="100000"/>
              </a:lnSpc>
            </a:pPr>
            <a:fld id="{00000000-0000-0000-0000-000000000001}" type="slidenum">
              <a:rPr lang="zh-CN" sz="900" b="0" i="0" u="none" strike="noStrike" spc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matchingName="BLANK" preserve="1">
  <p:cSld name="BLANK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xmlns:a="http://schemas.openxmlformats.org/drawingml/2006/main" noGrp="1"/>
          </p:cNvSpPr>
          <p:nvPr>
            <p:ph type="body" sz="quarter" idx="10" hasCustomPrompt="1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900"/>
            </a:lvl1pPr>
          </a:lstStyle>
          <a:p xmlns:a="http://schemas.openxmlformats.org/drawingml/2006/main">
            <a:pPr marR="0" algn="l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日期</a:t>
            </a:r>
          </a:p>
        </p:txBody>
      </p:sp>
      <p:sp>
        <p:nvSpPr>
          <p:cNvPr id="3" name="Text Box 2"/>
          <p:cNvSpPr txBox="1">
            <a:spLocks xmlns:a="http://schemas.openxmlformats.org/drawingml/2006/main" noGrp="1"/>
          </p:cNvSpPr>
          <p:nvPr>
            <p:ph type="body" sz="quarter" idx="11" hasCustomPrompt="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900"/>
            </a:lvl1pPr>
          </a:lstStyle>
          <a:p xmlns:a="http://schemas.openxmlformats.org/drawingml/2006/main">
            <a:pPr marR="0" algn="ct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页脚</a:t>
            </a:r>
          </a:p>
        </p:txBody>
      </p:sp>
      <p:sp>
        <p:nvSpPr>
          <p:cNvPr id="4" name="Text Box 3"/>
          <p:cNvSpPr txBox="1">
            <a:spLocks xmlns:a="http://schemas.openxmlformats.org/drawingml/2006/main" noGrp="1"/>
          </p:cNvSpPr>
          <p:nvPr>
            <p:ph type="body" sz="quarter" idx="12" hasCustomPrompt="1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ctr">
            <a:noAutofit/>
          </a:bodyPr>
          <a:lstStyle xmlns:a="http://schemas.openxmlformats.org/drawingml/2006/main">
            <a:lvl1pPr algn="r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/>
              </a:defRPr>
            </a:lvl1pPr>
          </a:lstStyle>
          <a:p xmlns:a="http://schemas.openxmlformats.org/drawingml/2006/main">
            <a:pPr marL="0" marR="0" algn="r">
              <a:lnSpc>
                <a:spcPct val="100000"/>
              </a:lnSpc>
            </a:pPr>
            <a:fld id="{00000000-0000-0000-0000-000000000001}" type="slidenum">
              <a:rPr lang="zh-CN" sz="900" b="0" i="0" u="none" strike="noStrike" spc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 xmlns:a="http://schemas.openxmlformats.org/drawingml/2006/main"/>
  </p:clrMapOvr>
</p:sldLayout>
</file>

<file path=ppt/slideLayouts/slideLayout9.xml><?xml version="1.0" encoding="utf-8"?>
<p:sldLayout xmlns:p="http://schemas.openxmlformats.org/presentationml/2006/main" matchingName="OBJECT_WITH_CAPTION_TEXT" preserve="1">
  <p:cSld name="OBJECT_WITH_CAPTION_TEXT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xmlns:a="http://schemas.openxmlformats.org/drawingml/2006/main" noGrp="1"/>
          </p:cNvSpPr>
          <p:nvPr>
            <p:ph type="title" sz="quarter" hasCustomPrompt="1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b">
            <a:normAutofit lnSpcReduction="0"/>
          </a:bodyPr>
          <a:lstStyle xmlns:a="http://schemas.openxmlformats.org/drawingml/2006/main">
            <a:lvl1pPr algn="l">
              <a:lnSpc>
                <a:spcPct val="91667"/>
              </a:lnSpc>
              <a:buNone/>
              <a:defRPr sz="2400"/>
            </a:lvl1pPr>
          </a:lstStyle>
          <a:p xmlns:a="http://schemas.openxmlformats.org/drawingml/2006/main">
            <a:pPr marR="0" algn="l">
              <a:lnSpc>
                <a:spcPct val="91667"/>
              </a:lnSpc>
            </a:pPr>
            <a:r>
              <a:rPr lang="en-US" sz="2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单击此处添加标题</a:t>
            </a:r>
          </a:p>
        </p:txBody>
      </p:sp>
      <p:sp>
        <p:nvSpPr>
          <p:cNvPr id="3" name="Text Box 2"/>
          <p:cNvSpPr txBox="1">
            <a:spLocks xmlns:a="http://schemas.openxmlformats.org/drawingml/2006/main" noGrp="1"/>
          </p:cNvSpPr>
          <p:nvPr>
            <p:ph type="body" sz="quarter" idx="1" hasCustomPrompt="1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t">
            <a:normAutofit lnSpcReduction="0"/>
          </a:bodyPr>
          <a:lstStyle xmlns:a="http://schemas.openxmlformats.org/drawingml/2006/main">
            <a:lvl1pPr algn="l">
              <a:lnSpc>
                <a:spcPct val="91667"/>
              </a:lnSpc>
              <a:buNone/>
              <a:defRPr sz="2400"/>
            </a:lvl1pPr>
          </a:lstStyle>
          <a:p xmlns:a="http://schemas.openxmlformats.org/drawingml/2006/main">
            <a:pPr marL="457200" marR="0" indent="-381000" algn="l">
              <a:lnSpc>
                <a:spcPct val="91667"/>
              </a:lnSpc>
              <a:spcBef>
                <a:spcPts val="800"/>
              </a:spcBef>
            </a:pPr>
            <a:r>
              <a:rPr lang="en-US" sz="2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单击此处添加文本</a:t>
            </a:r>
          </a:p>
        </p:txBody>
      </p:sp>
      <p:sp>
        <p:nvSpPr>
          <p:cNvPr id="4" name="Text Box 3"/>
          <p:cNvSpPr txBox="1">
            <a:spLocks xmlns:a="http://schemas.openxmlformats.org/drawingml/2006/main" noGrp="1"/>
          </p:cNvSpPr>
          <p:nvPr>
            <p:ph type="body" sz="quarter" idx="2" hasCustomPrompt="1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t">
            <a:normAutofit lnSpcReduction="0"/>
          </a:bodyPr>
          <a:lstStyle xmlns:a="http://schemas.openxmlformats.org/drawingml/2006/main">
            <a:lvl1pPr algn="l">
              <a:lnSpc>
                <a:spcPct val="91667"/>
              </a:lnSpc>
              <a:buNone/>
              <a:defRPr sz="1200"/>
            </a:lvl1pPr>
          </a:lstStyle>
          <a:p xmlns:a="http://schemas.openxmlformats.org/drawingml/2006/main">
            <a:pPr marL="457200" marR="0" indent="-228600" algn="l">
              <a:lnSpc>
                <a:spcPct val="91667"/>
              </a:lnSpc>
              <a:spcBef>
                <a:spcPts val="800"/>
              </a:spcBef>
            </a:pPr>
            <a:r>
              <a:rPr lang="en-US" sz="12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单击此处添加文本</a:t>
            </a:r>
          </a:p>
        </p:txBody>
      </p:sp>
      <p:sp>
        <p:nvSpPr>
          <p:cNvPr id="5" name="Text Box 4"/>
          <p:cNvSpPr txBox="1">
            <a:spLocks xmlns:a="http://schemas.openxmlformats.org/drawingml/2006/main" noGrp="1"/>
          </p:cNvSpPr>
          <p:nvPr>
            <p:ph type="body" sz="quarter" idx="10" hasCustomPrompt="1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900"/>
            </a:lvl1pPr>
          </a:lstStyle>
          <a:p xmlns:a="http://schemas.openxmlformats.org/drawingml/2006/main">
            <a:pPr marR="0" algn="l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日期</a:t>
            </a:r>
          </a:p>
        </p:txBody>
      </p:sp>
      <p:sp>
        <p:nvSpPr>
          <p:cNvPr id="6" name="Text Box 5"/>
          <p:cNvSpPr txBox="1">
            <a:spLocks xmlns:a="http://schemas.openxmlformats.org/drawingml/2006/main" noGrp="1"/>
          </p:cNvSpPr>
          <p:nvPr>
            <p:ph type="body" sz="quarter" idx="11" hasCustomPrompt="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900"/>
            </a:lvl1pPr>
          </a:lstStyle>
          <a:p xmlns:a="http://schemas.openxmlformats.org/drawingml/2006/main">
            <a:pPr marR="0" algn="ct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页脚</a:t>
            </a:r>
          </a:p>
        </p:txBody>
      </p:sp>
      <p:sp>
        <p:nvSpPr>
          <p:cNvPr id="7" name="Text Box 6"/>
          <p:cNvSpPr txBox="1">
            <a:spLocks xmlns:a="http://schemas.openxmlformats.org/drawingml/2006/main" noGrp="1"/>
          </p:cNvSpPr>
          <p:nvPr>
            <p:ph type="body" sz="quarter" idx="12" hasCustomPrompt="1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ctr">
            <a:noAutofit/>
          </a:bodyPr>
          <a:lstStyle xmlns:a="http://schemas.openxmlformats.org/drawingml/2006/main">
            <a:lvl1pPr algn="r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/>
              </a:defRPr>
            </a:lvl1pPr>
          </a:lstStyle>
          <a:p xmlns:a="http://schemas.openxmlformats.org/drawingml/2006/main">
            <a:pPr marL="0" marR="0" algn="r">
              <a:lnSpc>
                <a:spcPct val="100000"/>
              </a:lnSpc>
            </a:pPr>
            <a:fld id="{00000000-0000-0000-0000-000000000001}" type="slidenum">
              <a:rPr lang="zh-CN" sz="900" b="0" i="0" u="none" strike="noStrike" spc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 xmlns:a="http://schemas.openxmlformats.org/drawingml/2006/main"/>
  </p:clrMapOvr>
</p:sldLayout>
</file>

<file path=ppt/slideLayouts/slideLayout10.xml><?xml version="1.0" encoding="utf-8"?>
<p:sldLayout xmlns:p="http://schemas.openxmlformats.org/presentationml/2006/main" matchingName="PICTURE_WITH_CAPTION_TEXT" preserve="1">
  <p:cSld name="PICTURE_WITH_CAPTION_TEXT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xmlns:a="http://schemas.openxmlformats.org/drawingml/2006/main" noGrp="1"/>
          </p:cNvSpPr>
          <p:nvPr>
            <p:ph type="title" sz="quarter" hasCustomPrompt="1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b">
            <a:normAutofit lnSpcReduction="0"/>
          </a:bodyPr>
          <a:lstStyle xmlns:a="http://schemas.openxmlformats.org/drawingml/2006/main">
            <a:lvl1pPr algn="l">
              <a:lnSpc>
                <a:spcPct val="91667"/>
              </a:lnSpc>
              <a:buNone/>
              <a:defRPr sz="2400"/>
            </a:lvl1pPr>
          </a:lstStyle>
          <a:p xmlns:a="http://schemas.openxmlformats.org/drawingml/2006/main">
            <a:pPr marR="0" algn="l">
              <a:lnSpc>
                <a:spcPct val="91667"/>
              </a:lnSpc>
            </a:pPr>
            <a:r>
              <a:rPr lang="en-US" sz="2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单击此处添加标题</a:t>
            </a:r>
          </a:p>
        </p:txBody>
      </p:sp>
      <p:sp>
        <p:nvSpPr>
          <p:cNvPr id="3" name="Auto Shape 2"/>
          <p:cNvSpPr>
            <a:spLocks xmlns:a="http://schemas.openxmlformats.org/drawingml/2006/main" noGrp="1"/>
          </p:cNvSpPr>
          <p:nvPr>
            <p:ph type="pic" sz="quarter" idx="2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ln xmlns:a="http://schemas.openxmlformats.org/drawingml/2006/main" w="1270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Box 3"/>
          <p:cNvSpPr txBox="1">
            <a:spLocks xmlns:a="http://schemas.openxmlformats.org/drawingml/2006/main" noGrp="1"/>
          </p:cNvSpPr>
          <p:nvPr>
            <p:ph type="body" sz="quarter" idx="1" hasCustomPrompt="1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t">
            <a:normAutofit lnSpcReduction="0"/>
          </a:bodyPr>
          <a:lstStyle xmlns:a="http://schemas.openxmlformats.org/drawingml/2006/main">
            <a:lvl1pPr algn="l">
              <a:lnSpc>
                <a:spcPct val="91667"/>
              </a:lnSpc>
              <a:buNone/>
              <a:defRPr sz="1200"/>
            </a:lvl1pPr>
          </a:lstStyle>
          <a:p xmlns:a="http://schemas.openxmlformats.org/drawingml/2006/main">
            <a:pPr marL="457200" marR="0" indent="-228600" algn="l">
              <a:lnSpc>
                <a:spcPct val="91667"/>
              </a:lnSpc>
              <a:spcBef>
                <a:spcPts val="800"/>
              </a:spcBef>
            </a:pPr>
            <a:r>
              <a:rPr lang="en-US" sz="12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单击此处添加文本</a:t>
            </a:r>
          </a:p>
        </p:txBody>
      </p:sp>
      <p:sp>
        <p:nvSpPr>
          <p:cNvPr id="5" name="Text Box 4"/>
          <p:cNvSpPr txBox="1">
            <a:spLocks xmlns:a="http://schemas.openxmlformats.org/drawingml/2006/main" noGrp="1"/>
          </p:cNvSpPr>
          <p:nvPr>
            <p:ph type="body" sz="quarter" idx="10" hasCustomPrompt="1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900"/>
            </a:lvl1pPr>
          </a:lstStyle>
          <a:p xmlns:a="http://schemas.openxmlformats.org/drawingml/2006/main">
            <a:pPr marR="0" algn="l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日期</a:t>
            </a:r>
          </a:p>
        </p:txBody>
      </p:sp>
      <p:sp>
        <p:nvSpPr>
          <p:cNvPr id="6" name="Text Box 5"/>
          <p:cNvSpPr txBox="1">
            <a:spLocks xmlns:a="http://schemas.openxmlformats.org/drawingml/2006/main" noGrp="1"/>
          </p:cNvSpPr>
          <p:nvPr>
            <p:ph type="body" sz="quarter" idx="11" hasCustomPrompt="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900"/>
            </a:lvl1pPr>
          </a:lstStyle>
          <a:p xmlns:a="http://schemas.openxmlformats.org/drawingml/2006/main">
            <a:pPr marR="0" algn="ct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页脚</a:t>
            </a:r>
          </a:p>
        </p:txBody>
      </p:sp>
      <p:sp>
        <p:nvSpPr>
          <p:cNvPr id="7" name="Text Box 6"/>
          <p:cNvSpPr txBox="1">
            <a:spLocks xmlns:a="http://schemas.openxmlformats.org/drawingml/2006/main" noGrp="1"/>
          </p:cNvSpPr>
          <p:nvPr>
            <p:ph type="body" sz="quarter" idx="12" hasCustomPrompt="1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ctr">
            <a:noAutofit/>
          </a:bodyPr>
          <a:lstStyle xmlns:a="http://schemas.openxmlformats.org/drawingml/2006/main">
            <a:lvl1pPr algn="r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/>
              </a:defRPr>
            </a:lvl1pPr>
          </a:lstStyle>
          <a:p xmlns:a="http://schemas.openxmlformats.org/drawingml/2006/main">
            <a:pPr marL="0" marR="0" algn="r">
              <a:lnSpc>
                <a:spcPct val="100000"/>
              </a:lnSpc>
            </a:pPr>
            <a:fld id="{00000000-0000-0000-0000-000000000001}" type="slidenum">
              <a:rPr lang="zh-CN" sz="900" b="0" i="0" u="none" strike="noStrike" spc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 xmlns:a="http://schemas.openxmlformats.org/drawingml/2006/main"/>
  </p:clrMapOvr>
</p:sldLayout>
</file>

<file path=ppt/slideLayouts/slideLayout11.xml><?xml version="1.0" encoding="utf-8"?>
<p:sldLayout xmlns:p="http://schemas.openxmlformats.org/presentationml/2006/main" matchingName="VERTICAL_TEXT" preserve="1">
  <p:cSld name="VERTICAL_TEXT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xmlns:a="http://schemas.openxmlformats.org/drawingml/2006/main" noGrp="1"/>
          </p:cNvSpPr>
          <p:nvPr>
            <p:ph type="title" sz="quarter" hasCustomPrompt="1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ctr">
            <a:normAutofit lnSpcReduction="0"/>
          </a:bodyPr>
          <a:lstStyle xmlns:a="http://schemas.openxmlformats.org/drawingml/2006/main">
            <a:lvl1pPr algn="l">
              <a:lnSpc>
                <a:spcPct val="91667"/>
              </a:lnSpc>
              <a:buNone/>
              <a:defRPr sz="3300"/>
            </a:lvl1pPr>
          </a:lstStyle>
          <a:p xmlns:a="http://schemas.openxmlformats.org/drawingml/2006/main">
            <a:pPr marR="0" algn="l">
              <a:lnSpc>
                <a:spcPct val="91667"/>
              </a:lnSpc>
            </a:pPr>
            <a:r>
              <a:rPr lang="en-US" sz="33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单击此处添加标题</a:t>
            </a:r>
          </a:p>
        </p:txBody>
      </p:sp>
      <p:sp>
        <p:nvSpPr>
          <p:cNvPr id="3" name="Text Box 2"/>
          <p:cNvSpPr txBox="1">
            <a:spLocks xmlns:a="http://schemas.openxmlformats.org/drawingml/2006/main" noGrp="1"/>
          </p:cNvSpPr>
          <p:nvPr>
            <p:ph type="body" sz="quarter" idx="1" hasCustomPrompt="1"/>
          </p:nvPr>
        </p:nvSpPr>
        <p:spPr>
          <a:xfrm xmlns:a="http://schemas.openxmlformats.org/drawingml/2006/main" rot="5400000">
            <a:off x="2940248" y="-942379"/>
            <a:ext cx="3263504" cy="788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t">
            <a:normAutofit lnSpcReduction="0"/>
          </a:bodyPr>
          <a:lstStyle xmlns:a="http://schemas.openxmlformats.org/drawingml/2006/main">
            <a:lvl1pPr algn="l">
              <a:lnSpc>
                <a:spcPct val="91667"/>
              </a:lnSpc>
              <a:buNone/>
              <a:defRPr sz="2100"/>
            </a:lvl1pPr>
          </a:lstStyle>
          <a:p xmlns:a="http://schemas.openxmlformats.org/drawingml/2006/main">
            <a:pPr marL="457200" marR="0" indent="-317500" algn="l">
              <a:lnSpc>
                <a:spcPct val="91667"/>
              </a:lnSpc>
              <a:spcBef>
                <a:spcPts val="800"/>
              </a:spcBef>
            </a:pPr>
            <a:r>
              <a:rPr lang="en-US" sz="21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单击此处添加文本</a:t>
            </a:r>
          </a:p>
        </p:txBody>
      </p:sp>
      <p:sp>
        <p:nvSpPr>
          <p:cNvPr id="4" name="Text Box 3"/>
          <p:cNvSpPr txBox="1">
            <a:spLocks xmlns:a="http://schemas.openxmlformats.org/drawingml/2006/main" noGrp="1"/>
          </p:cNvSpPr>
          <p:nvPr>
            <p:ph type="body" sz="quarter" idx="10" hasCustomPrompt="1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900"/>
            </a:lvl1pPr>
          </a:lstStyle>
          <a:p xmlns:a="http://schemas.openxmlformats.org/drawingml/2006/main">
            <a:pPr marR="0" algn="l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日期</a:t>
            </a:r>
          </a:p>
        </p:txBody>
      </p:sp>
      <p:sp>
        <p:nvSpPr>
          <p:cNvPr id="5" name="Text Box 4"/>
          <p:cNvSpPr txBox="1">
            <a:spLocks xmlns:a="http://schemas.openxmlformats.org/drawingml/2006/main" noGrp="1"/>
          </p:cNvSpPr>
          <p:nvPr>
            <p:ph type="body" sz="quarter" idx="11" hasCustomPrompt="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900"/>
            </a:lvl1pPr>
          </a:lstStyle>
          <a:p xmlns:a="http://schemas.openxmlformats.org/drawingml/2006/main">
            <a:pPr marR="0" algn="ct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页脚</a:t>
            </a:r>
          </a:p>
        </p:txBody>
      </p:sp>
      <p:sp>
        <p:nvSpPr>
          <p:cNvPr id="6" name="Text Box 5"/>
          <p:cNvSpPr txBox="1">
            <a:spLocks xmlns:a="http://schemas.openxmlformats.org/drawingml/2006/main" noGrp="1"/>
          </p:cNvSpPr>
          <p:nvPr>
            <p:ph type="body" sz="quarter" idx="12" hasCustomPrompt="1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ctr">
            <a:noAutofit/>
          </a:bodyPr>
          <a:lstStyle xmlns:a="http://schemas.openxmlformats.org/drawingml/2006/main">
            <a:lvl1pPr algn="r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/>
              </a:defRPr>
            </a:lvl1pPr>
          </a:lstStyle>
          <a:p xmlns:a="http://schemas.openxmlformats.org/drawingml/2006/main">
            <a:pPr marL="0" marR="0" algn="r">
              <a:lnSpc>
                <a:spcPct val="100000"/>
              </a:lnSpc>
            </a:pPr>
            <a:fld id="{00000000-0000-0000-0000-000000000001}" type="slidenum">
              <a:rPr lang="zh-CN" sz="900" b="0" i="0" u="none" strike="noStrike" spc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 xmlns:a="http://schemas.openxmlformats.org/drawingml/2006/main"/>
  </p:clrMapOvr>
</p:sldLayout>
</file>

<file path=ppt/slideLayouts/slideLayout12.xml><?xml version="1.0" encoding="utf-8"?>
<p:sldLayout xmlns:p="http://schemas.openxmlformats.org/presentationml/2006/main" matchingName="VERTICAL_TITLE_AND_VERTICAL_TEXT" preserve="1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xmlns:a="http://schemas.openxmlformats.org/drawingml/2006/main" noGrp="1"/>
          </p:cNvSpPr>
          <p:nvPr>
            <p:ph type="title" sz="quarter" hasCustomPrompt="1"/>
          </p:nvPr>
        </p:nvSpPr>
        <p:spPr>
          <a:xfrm xmlns:a="http://schemas.openxmlformats.org/drawingml/2006/main" rot="5400000">
            <a:off x="5350073" y="1467445"/>
            <a:ext cx="4358879" cy="19716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ctr">
            <a:normAutofit lnSpcReduction="0"/>
          </a:bodyPr>
          <a:lstStyle xmlns:a="http://schemas.openxmlformats.org/drawingml/2006/main">
            <a:lvl1pPr algn="l">
              <a:lnSpc>
                <a:spcPct val="91667"/>
              </a:lnSpc>
              <a:buNone/>
              <a:defRPr sz="3300"/>
            </a:lvl1pPr>
          </a:lstStyle>
          <a:p xmlns:a="http://schemas.openxmlformats.org/drawingml/2006/main">
            <a:pPr marR="0" algn="l">
              <a:lnSpc>
                <a:spcPct val="91667"/>
              </a:lnSpc>
            </a:pPr>
            <a:r>
              <a:rPr lang="en-US" sz="33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单击此处添加标题</a:t>
            </a:r>
          </a:p>
        </p:txBody>
      </p:sp>
      <p:sp>
        <p:nvSpPr>
          <p:cNvPr id="3" name="Text Box 2"/>
          <p:cNvSpPr txBox="1">
            <a:spLocks xmlns:a="http://schemas.openxmlformats.org/drawingml/2006/main" noGrp="1"/>
          </p:cNvSpPr>
          <p:nvPr>
            <p:ph type="body" sz="quarter" idx="1" hasCustomPrompt="1"/>
          </p:nvPr>
        </p:nvSpPr>
        <p:spPr>
          <a:xfrm xmlns:a="http://schemas.openxmlformats.org/drawingml/2006/main" rot="5400000">
            <a:off x="1349573" y="-447080"/>
            <a:ext cx="4358879" cy="58007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t">
            <a:normAutofit lnSpcReduction="0"/>
          </a:bodyPr>
          <a:lstStyle xmlns:a="http://schemas.openxmlformats.org/drawingml/2006/main">
            <a:lvl1pPr algn="l">
              <a:lnSpc>
                <a:spcPct val="91667"/>
              </a:lnSpc>
              <a:buNone/>
              <a:defRPr sz="2100"/>
            </a:lvl1pPr>
          </a:lstStyle>
          <a:p xmlns:a="http://schemas.openxmlformats.org/drawingml/2006/main">
            <a:pPr marL="457200" marR="0" indent="-317500" algn="l">
              <a:lnSpc>
                <a:spcPct val="91667"/>
              </a:lnSpc>
              <a:spcBef>
                <a:spcPts val="800"/>
              </a:spcBef>
            </a:pPr>
            <a:r>
              <a:rPr lang="en-US" sz="21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单击此处添加文本</a:t>
            </a:r>
          </a:p>
        </p:txBody>
      </p:sp>
      <p:sp>
        <p:nvSpPr>
          <p:cNvPr id="4" name="Text Box 3"/>
          <p:cNvSpPr txBox="1">
            <a:spLocks xmlns:a="http://schemas.openxmlformats.org/drawingml/2006/main" noGrp="1"/>
          </p:cNvSpPr>
          <p:nvPr>
            <p:ph type="body" sz="quarter" idx="10" hasCustomPrompt="1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900"/>
            </a:lvl1pPr>
          </a:lstStyle>
          <a:p xmlns:a="http://schemas.openxmlformats.org/drawingml/2006/main">
            <a:pPr marR="0" algn="l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日期</a:t>
            </a:r>
          </a:p>
        </p:txBody>
      </p:sp>
      <p:sp>
        <p:nvSpPr>
          <p:cNvPr id="5" name="Text Box 4"/>
          <p:cNvSpPr txBox="1">
            <a:spLocks xmlns:a="http://schemas.openxmlformats.org/drawingml/2006/main" noGrp="1"/>
          </p:cNvSpPr>
          <p:nvPr>
            <p:ph type="body" sz="quarter" idx="11" hasCustomPrompt="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900"/>
            </a:lvl1pPr>
          </a:lstStyle>
          <a:p xmlns:a="http://schemas.openxmlformats.org/drawingml/2006/main">
            <a:pPr marR="0" algn="ct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页脚</a:t>
            </a:r>
          </a:p>
        </p:txBody>
      </p:sp>
      <p:sp>
        <p:nvSpPr>
          <p:cNvPr id="6" name="Text Box 5"/>
          <p:cNvSpPr txBox="1">
            <a:spLocks xmlns:a="http://schemas.openxmlformats.org/drawingml/2006/main" noGrp="1"/>
          </p:cNvSpPr>
          <p:nvPr>
            <p:ph type="body" sz="quarter" idx="12" hasCustomPrompt="1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ctr">
            <a:noAutofit/>
          </a:bodyPr>
          <a:lstStyle xmlns:a="http://schemas.openxmlformats.org/drawingml/2006/main">
            <a:lvl1pPr algn="r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/>
              </a:defRPr>
            </a:lvl1pPr>
          </a:lstStyle>
          <a:p xmlns:a="http://schemas.openxmlformats.org/drawingml/2006/main">
            <a:pPr marL="0" marR="0" algn="r">
              <a:lnSpc>
                <a:spcPct val="100000"/>
              </a:lnSpc>
            </a:pPr>
            <a:fld id="{00000000-0000-0000-0000-000000000001}" type="slidenum">
              <a:rPr lang="zh-CN" sz="900" b="0" i="0" u="none" strike="noStrike" spc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 xmlns:a="http://schemas.openxmlformats.org/drawingml/2006/main"/>
  </p:clrMapOvr>
</p:sldLayout>
</file>

<file path=ppt/slideMasters/_rels/slideMaster1.xml.rels><?xml version="1.0" encoding="UTF-8" standalone="yes"?><Relationships xmlns="http://schemas.openxmlformats.org/package/2006/relationships"><Relationship Id="rId3" Type="http://schemas.openxmlformats.org/officeDocument/2006/relationships/slideLayout" Target="../slideLayouts/slideLayout1.xml"/><Relationship Id="rId1" Type="http://schemas.openxmlformats.org/officeDocument/2006/relationships/theme" Target="../theme/theme3.xml"/></Relationships>
</file>

<file path=ppt/slideMasters/_rels/slideMaster2.xml.rels><?xml version="1.0" encoding="UTF-8" standalone="yes"?><Relationships xmlns="http://schemas.openxmlformats.org/package/2006/relationships"><Relationship Id="rId13" Type="http://schemas.openxmlformats.org/officeDocument/2006/relationships/slideLayout" Target="../slideLayouts/slideLayout2.xml"/><Relationship Id="rId14" Type="http://schemas.openxmlformats.org/officeDocument/2006/relationships/slideLayout" Target="../slideLayouts/slideLayout3.xml"/><Relationship Id="rId15" Type="http://schemas.openxmlformats.org/officeDocument/2006/relationships/slideLayout" Target="../slideLayouts/slideLayout4.xml"/><Relationship Id="rId16" Type="http://schemas.openxmlformats.org/officeDocument/2006/relationships/slideLayout" Target="../slideLayouts/slideLayout5.xml"/><Relationship Id="rId17" Type="http://schemas.openxmlformats.org/officeDocument/2006/relationships/slideLayout" Target="../slideLayouts/slideLayout6.xml"/><Relationship Id="rId18" Type="http://schemas.openxmlformats.org/officeDocument/2006/relationships/slideLayout" Target="../slideLayouts/slideLayout7.xml"/><Relationship Id="rId19" Type="http://schemas.openxmlformats.org/officeDocument/2006/relationships/slideLayout" Target="../slideLayouts/slideLayout8.xml"/><Relationship Id="rId20" Type="http://schemas.openxmlformats.org/officeDocument/2006/relationships/slideLayout" Target="../slideLayouts/slideLayout9.xml"/><Relationship Id="rId21" Type="http://schemas.openxmlformats.org/officeDocument/2006/relationships/slideLayout" Target="../slideLayouts/slideLayout10.xml"/><Relationship Id="rId22" Type="http://schemas.openxmlformats.org/officeDocument/2006/relationships/slideLayout" Target="../slideLayouts/slideLayout11.xml"/><Relationship Id="rId23" Type="http://schemas.openxmlformats.org/officeDocument/2006/relationships/slideLayout" Target="../slideLayouts/slideLayout12.xml"/><Relationship Id="rId1" Type="http://schemas.openxmlformats.org/officeDocument/2006/relationships/theme" Target="../theme/theme4.xml"/></Relationships>
</file>

<file path=ppt/slideMasters/slideMaster1.xml><?xml version="1.0" encoding="utf-8"?>
<p:sldMaster xmlns:p="http://schemas.openxmlformats.org/presentationml/2006/main" preserve="1">
  <p:cSld name="默认主题">
    <p:bg>
      <p:bgPr>
        <a:solidFill xmlns:a="http://schemas.openxmlformats.org/drawingml/2006/main">
          <a:srgbClr val="FFFFFF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57483699" r:id="rId3"/>
  </p:sldLayoutIdLst>
</p:sldMaster>
</file>

<file path=ppt/slideMasters/slideMaster2.xml><?xml version="1.0" encoding="utf-8"?>
<p:sldMaster xmlns:p="http://schemas.openxmlformats.org/presentationml/2006/main" preserve="1">
  <p:cSld name="Office 主题​​">
    <p:bg>
      <p:bgPr>
        <a:solidFill xmlns:a="http://schemas.openxmlformats.org/drawingml/2006/main">
          <a:srgbClr val="FFFFFF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xmlns:a="http://schemas.openxmlformats.org/drawingml/2006/main" noGrp="1"/>
          </p:cNvSpPr>
          <p:nvPr>
            <p:ph type="title" sz="quarter" hasCustomPrompt="1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</a:ln>
        </p:spPr>
        <p:txBody>
          <a:bodyPr xmlns:a="http://schemas.openxmlformats.org/drawingml/2006/main" wrap="square" lIns="68575" tIns="34275" rIns="68575" bIns="34275" rtlCol="0" anchor="ctr">
            <a:normAutofit lnSpcReduction="0"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3300"/>
            </a:lvl1pPr>
          </a:lstStyle>
          <a:p xmlns:a="http://schemas.openxmlformats.org/drawingml/2006/main">
            <a:pPr marR="0" algn="l">
              <a:lnSpc>
                <a:spcPct val="100000"/>
              </a:lnSpc>
            </a:pPr>
            <a:r>
              <a:rPr lang="en-US" sz="33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单击此处添加标题</a:t>
            </a:r>
          </a:p>
        </p:txBody>
      </p:sp>
      <p:sp>
        <p:nvSpPr>
          <p:cNvPr id="3" name="Text Box 2"/>
          <p:cNvSpPr txBox="1">
            <a:spLocks xmlns:a="http://schemas.openxmlformats.org/drawingml/2006/main" noGrp="1"/>
          </p:cNvSpPr>
          <p:nvPr>
            <p:ph type="body" sz="quarter" idx="1" hasCustomPrompt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</a:ln>
        </p:spPr>
        <p:txBody>
          <a:bodyPr xmlns:a="http://schemas.openxmlformats.org/drawingml/2006/main" wrap="square" lIns="68575" tIns="34275" rIns="68575" bIns="34275" rtlCol="0" anchor="t">
            <a:normAutofit lnSpcReduction="0"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2100"/>
            </a:lvl1pPr>
          </a:lstStyle>
          <a:p xmlns:a="http://schemas.openxmlformats.org/drawingml/2006/main">
            <a:pPr marR="0" algn="l">
              <a:lnSpc>
                <a:spcPct val="100000"/>
              </a:lnSpc>
            </a:pPr>
            <a:r>
              <a:rPr lang="en-US" sz="21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单击此处添加文本</a:t>
            </a:r>
          </a:p>
        </p:txBody>
      </p:sp>
      <p:sp>
        <p:nvSpPr>
          <p:cNvPr id="4" name="Text Box 3"/>
          <p:cNvSpPr txBox="1">
            <a:spLocks xmlns:a="http://schemas.openxmlformats.org/drawingml/2006/main" noGrp="1"/>
          </p:cNvSpPr>
          <p:nvPr>
            <p:ph type="body" sz="quarter" idx="10" hasCustomPrompt="1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</a:ln>
        </p:spPr>
        <p:txBody>
          <a:bodyPr xmlns:a="http://schemas.openxmlformats.org/drawingml/2006/main" wrap="square" lIns="68575" tIns="34275" rIns="68575" bIns="34275" rtlCol="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900"/>
            </a:lvl1pPr>
          </a:lstStyle>
          <a:p xmlns:a="http://schemas.openxmlformats.org/drawingml/2006/main">
            <a:pPr marR="0" algn="l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日期</a:t>
            </a:r>
          </a:p>
        </p:txBody>
      </p:sp>
      <p:sp>
        <p:nvSpPr>
          <p:cNvPr id="5" name="Text Box 4"/>
          <p:cNvSpPr txBox="1">
            <a:spLocks xmlns:a="http://schemas.openxmlformats.org/drawingml/2006/main" noGrp="1"/>
          </p:cNvSpPr>
          <p:nvPr>
            <p:ph type="body" sz="quarter" idx="11" hasCustomPrompt="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</a:ln>
        </p:spPr>
        <p:txBody>
          <a:bodyPr xmlns:a="http://schemas.openxmlformats.org/drawingml/2006/main" wrap="square" lIns="68575" tIns="34275" rIns="68575" bIns="34275" rtlCol="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900"/>
            </a:lvl1pPr>
          </a:lstStyle>
          <a:p xmlns:a="http://schemas.openxmlformats.org/drawingml/2006/main">
            <a:pPr marR="0" algn="ct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页脚</a:t>
            </a:r>
          </a:p>
        </p:txBody>
      </p:sp>
      <p:sp>
        <p:nvSpPr>
          <p:cNvPr id="6" name="Text Box 5"/>
          <p:cNvSpPr txBox="1">
            <a:spLocks xmlns:a="http://schemas.openxmlformats.org/drawingml/2006/main" noGrp="1"/>
          </p:cNvSpPr>
          <p:nvPr>
            <p:ph type="body" sz="quarter" idx="12" hasCustomPrompt="1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</a:ln>
        </p:spPr>
        <p:txBody>
          <a:bodyPr xmlns:a="http://schemas.openxmlformats.org/drawingml/2006/main" wrap="square" lIns="68575" tIns="34275" rIns="68575" bIns="34275" rtlCol="0" anchor="ctr">
            <a:noAutofit/>
          </a:bodyPr>
          <a:lstStyle xmlns:a="http://schemas.openxmlformats.org/drawingml/2006/main">
            <a:lvl1pPr algn="r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/>
              </a:defRPr>
            </a:lvl1pPr>
          </a:lstStyle>
          <a:p xmlns:a="http://schemas.openxmlformats.org/drawingml/2006/main">
            <a:pPr marL="0" marR="0" algn="r">
              <a:lnSpc>
                <a:spcPct val="100000"/>
              </a:lnSpc>
            </a:pPr>
            <a:fld id="{00000000-0000-0000-0000-000000000001}" type="slidenum">
              <a:rPr lang="zh-CN" sz="900" b="0" i="0" u="none" strike="noStrike" spc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57483700" r:id="rId13"/>
    <p:sldLayoutId xmlns:r="http://schemas.openxmlformats.org/officeDocument/2006/relationships" id="2157483701" r:id="rId14"/>
    <p:sldLayoutId xmlns:r="http://schemas.openxmlformats.org/officeDocument/2006/relationships" id="2157483702" r:id="rId15"/>
    <p:sldLayoutId xmlns:r="http://schemas.openxmlformats.org/officeDocument/2006/relationships" id="2157483703" r:id="rId16"/>
    <p:sldLayoutId xmlns:r="http://schemas.openxmlformats.org/officeDocument/2006/relationships" id="2157483704" r:id="rId17"/>
    <p:sldLayoutId xmlns:r="http://schemas.openxmlformats.org/officeDocument/2006/relationships" id="2157483705" r:id="rId18"/>
    <p:sldLayoutId xmlns:r="http://schemas.openxmlformats.org/officeDocument/2006/relationships" id="2157483706" r:id="rId19"/>
    <p:sldLayoutId xmlns:r="http://schemas.openxmlformats.org/officeDocument/2006/relationships" id="2157483707" r:id="rId20"/>
    <p:sldLayoutId xmlns:r="http://schemas.openxmlformats.org/officeDocument/2006/relationships" id="2157483708" r:id="rId21"/>
    <p:sldLayoutId xmlns:r="http://schemas.openxmlformats.org/officeDocument/2006/relationships" id="2157483709" r:id="rId22"/>
    <p:sldLayoutId xmlns:r="http://schemas.openxmlformats.org/officeDocument/2006/relationships" id="2157483710" r:id="rId23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4" Type="http://schemas.openxmlformats.org/officeDocument/2006/relationships/slideLayout" Target="../slideLayouts/slideLayout1.xml"/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4.xml.rels><?xml version="1.0" encoding="UTF-8" standalone="yes"?><Relationships xmlns="http://schemas.openxmlformats.org/package/2006/relationships"><Relationship Id="rId3" Type="http://schemas.openxmlformats.org/officeDocument/2006/relationships/slideLayout" Target="../slideLayouts/slideLayout1.xml"/><Relationship Id="rId1" Type="http://schemas.openxmlformats.org/officeDocument/2006/relationships/image" Target="../media/image5.png"/><Relationship Id="rId2" Type="http://schemas.openxmlformats.org/officeDocument/2006/relationships/image" Target="../media/image6.png"/></Relationships>
</file>

<file path=ppt/slides/_rels/slide15.xml.rels><?xml version="1.0" encoding="UTF-8" standalone="yes"?><Relationships xmlns="http://schemas.openxmlformats.org/package/2006/relationships"><Relationship Id="rId3" Type="http://schemas.openxmlformats.org/officeDocument/2006/relationships/slideLayout" Target="../slideLayouts/slideLayout1.xml"/><Relationship Id="rId1" Type="http://schemas.openxmlformats.org/officeDocument/2006/relationships/image" Target="../media/image7.png"/><Relationship Id="rId2" Type="http://schemas.openxmlformats.org/officeDocument/2006/relationships/image" Target="../media/image8.png"/></Relationships>
</file>

<file path=ppt/slides/_rels/slide16.xml.rels><?xml version="1.0" encoding="UTF-8" standalone="yes"?><Relationships xmlns="http://schemas.openxmlformats.org/package/2006/relationships"><Relationship Id="rId4" Type="http://schemas.openxmlformats.org/officeDocument/2006/relationships/slideLayout" Target="../slideLayouts/slideLayout1.xml"/><Relationship Id="rId1" Type="http://schemas.openxmlformats.org/officeDocument/2006/relationships/image" Target="../media/image3.png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7.xml.rels><?xml version="1.0" encoding="UTF-8" standalone="yes"?><Relationships xmlns="http://schemas.openxmlformats.org/package/2006/relationships"><Relationship Id="rId4" Type="http://schemas.openxmlformats.org/officeDocument/2006/relationships/slideLayout" Target="../slideLayouts/slideLayout1.xml"/><Relationship Id="rId1" Type="http://schemas.openxmlformats.org/officeDocument/2006/relationships/image" Target="../media/image2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8.xml.rels><?xml version="1.0" encoding="UTF-8" standalone="yes"?><Relationships xmlns="http://schemas.openxmlformats.org/package/2006/relationships"><Relationship Id="rId4" Type="http://schemas.openxmlformats.org/officeDocument/2006/relationships/slideLayout" Target="../slideLayouts/slideLayout1.xml"/><Relationship Id="rId1" Type="http://schemas.openxmlformats.org/officeDocument/2006/relationships/image" Target="../media/image4.png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19.xml.rels><?xml version="1.0" encoding="UTF-8" standalone="yes"?><Relationships xmlns="http://schemas.openxmlformats.org/package/2006/relationships"><Relationship Id="rId4" Type="http://schemas.openxmlformats.org/officeDocument/2006/relationships/slideLayout" Target="../slideLayouts/slideLayout1.xml"/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1326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Auto Shape 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1524000"/>
            <a:ext cx="1016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300" b="0" i="0" u="none" strike="noStrike" spc="0">
                <a:solidFill>
                  <a:srgbClr val="78A0FF"/>
                </a:solidFill>
                <a:latin typeface="Noto Sans SC"/>
                <a:ea typeface="Noto Sans SC"/>
                <a:cs typeface="Noto Sans SC"/>
                <a:sym typeface="Noto Sans SC"/>
              </a:rPr>
              <a:t>LOCALSTOCK UNIFIED · 本地量化工作台</a:t>
            </a:r>
          </a:p>
        </p:txBody>
      </p:sp>
      <p:sp>
        <p:nvSpPr>
          <p:cNvPr id="3" name="Auto Shape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159000"/>
            <a:ext cx="10160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6000" b="1" i="0" u="none" strike="noStrike" spc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LocalStock Unified</a:t>
            </a:r>
          </a:p>
        </p:txBody>
      </p:sp>
      <p:sp>
        <p:nvSpPr>
          <p:cNvPr id="4" name="Auto Shape 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3429000"/>
            <a:ext cx="10160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2200" b="1" i="0" u="none" strike="noStrike" spc="0">
                <a:solidFill>
                  <a:srgbClr val="BFD7FF"/>
                </a:solidFill>
                <a:latin typeface="Noto Sans SC"/>
                <a:ea typeface="Noto Sans SC"/>
                <a:cs typeface="Noto Sans SC"/>
                <a:sym typeface="Noto Sans SC"/>
              </a:rPr>
              <a:t>本地 A 股行情 + 量化回测 + 价格行为 AI 一体化桌面工作台</a:t>
            </a:r>
          </a:p>
        </p:txBody>
      </p:sp>
      <p:cxnSp>
        <p:nvCxnSpPr>
          <p:cNvPr id="5" name="Connector"/>
          <p:cNvCxnSpPr/>
          <p:nvPr/>
        </p:nvCxnSpPr>
        <p:spPr>
          <a:xfrm xmlns:a="http://schemas.openxmlformats.org/drawingml/2006/main" rot="-28647">
            <a:off x="1016026" y="4311650"/>
            <a:ext cx="1524000" cy="12700"/>
          </a:xfrm>
          <a:prstGeom xmlns:a="http://schemas.openxmlformats.org/drawingml/2006/main" prst="straightConnector1">
            <a:avLst/>
          </a:prstGeom>
          <a:solidFill xmlns:a="http://schemas.openxmlformats.org/drawingml/2006/main">
            <a:srgbClr val="DEE0E3"/>
          </a:solidFill>
          <a:ln xmlns:a="http://schemas.openxmlformats.org/drawingml/2006/main" w="38100" cap="flat" cmpd="sng">
            <a:solidFill>
              <a:srgbClr val="2563EB"/>
            </a:solidFill>
            <a:round/>
          </a:ln>
        </p:spPr>
      </p:cxnSp>
      <p:sp>
        <p:nvSpPr>
          <p:cNvPr id="6" name="Auto Shape 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699000"/>
            <a:ext cx="1016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500" b="0" i="0" u="none" strike="noStrike" spc="0">
                <a:solidFill>
                  <a:srgbClr val="B8BCC2"/>
                </a:solidFill>
                <a:latin typeface="Noto Sans SC"/>
                <a:ea typeface="Noto Sans SC"/>
                <a:cs typeface="Noto Sans SC"/>
                <a:sym typeface="Noto Sans SC"/>
              </a:rPr>
              <a:t>Electron 37 / React 19 桌面端 · Node Express + Python 回测引擎 · 唯一权威 SQLite 行情库</a:t>
            </a:r>
          </a:p>
        </p:txBody>
      </p:sp>
      <p:sp>
        <p:nvSpPr>
          <p:cNvPr id="7" name="Auto Shape 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5969000"/>
            <a:ext cx="1016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200" b="0" i="0" u="none" strike="noStrike" spc="0">
                <a:solidFill>
                  <a:srgbClr val="788291"/>
                </a:solidFill>
                <a:latin typeface="Noto Sans SC"/>
                <a:ea typeface="Noto Sans SC"/>
                <a:cs typeface="Noto Sans SC"/>
                <a:sym typeface="Noto Sans SC"/>
              </a:rPr>
              <a:t>v0.2.0 · AGPL-3.0 · Windows 便携版 · 免登录 / 无云端数据库</a:t>
            </a:r>
          </a:p>
        </p:txBody>
      </p:sp>
    </p:spTree>
  </p:cSld>
  <p:clrMapOvr>
    <a:masterClrMapping xmlns:a="http://schemas.openxmlformats.org/drawingml/2006/main"/>
  </p:clrMapOvr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2F4F8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Auto Shape 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711200"/>
            <a:ext cx="101600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200" b="0" i="0" u="none" strike="noStrike" spc="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01 · 项目定位</a:t>
            </a:r>
          </a:p>
        </p:txBody>
      </p:sp>
      <p:sp>
        <p:nvSpPr>
          <p:cNvPr id="3" name="Auto Shape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1092200"/>
            <a:ext cx="1016000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3000" b="1" i="0" u="none" strike="noStrike" spc="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三件原本分散的东西，收敛到同一个本地工作区</a:t>
            </a:r>
          </a:p>
        </p:txBody>
      </p:sp>
      <p:cxnSp>
        <p:nvCxnSpPr>
          <p:cNvPr id="4" name="Connector"/>
          <p:cNvCxnSpPr/>
          <p:nvPr/>
        </p:nvCxnSpPr>
        <p:spPr>
          <a:xfrm xmlns:a="http://schemas.openxmlformats.org/drawingml/2006/main" rot="-4297">
            <a:off x="1016004" y="1898650"/>
            <a:ext cx="10160000" cy="12700"/>
          </a:xfrm>
          <a:prstGeom xmlns:a="http://schemas.openxmlformats.org/drawingml/2006/main" prst="straightConnector1">
            <a:avLst/>
          </a:prstGeom>
          <a:solidFill xmlns:a="http://schemas.openxmlformats.org/drawingml/2006/main">
            <a:srgbClr val="DEE0E3"/>
          </a:solidFill>
          <a:ln xmlns:a="http://schemas.openxmlformats.org/drawingml/2006/main" w="12700" cap="flat" cmpd="sng">
            <a:solidFill>
              <a:srgbClr val="C8CDD7"/>
            </a:solidFill>
            <a:round/>
          </a:ln>
        </p:spPr>
      </p:cxnSp>
      <p:sp>
        <p:nvSpPr>
          <p:cNvPr id="5" name="Auto Shape 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222500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2600" b="1" i="0" u="none" strike="noStrike" spc="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</a:p>
        </p:txBody>
      </p:sp>
      <p:sp>
        <p:nvSpPr>
          <p:cNvPr id="6" name="Auto Shape 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222500"/>
            <a:ext cx="927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600" b="1" i="0" u="none" strike="noStrike" spc="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桌面行情软件</a:t>
            </a:r>
          </a:p>
        </p:txBody>
      </p:sp>
      <p:sp>
        <p:nvSpPr>
          <p:cNvPr id="7" name="Auto Shape 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540000"/>
            <a:ext cx="92710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300" b="0" i="0" u="none" strike="noStrike" spc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Electron + React 写的 Windows 桌面应用，同花顺深色风格，红涨绿跌，免登录。</a:t>
            </a:r>
          </a:p>
        </p:txBody>
      </p:sp>
      <p:sp>
        <p:nvSpPr>
          <p:cNvPr id="8" name="Auto Shape 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3048000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2600" b="1" i="0" u="none" strike="noStrike" spc="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</a:p>
        </p:txBody>
      </p:sp>
      <p:sp>
        <p:nvSpPr>
          <p:cNvPr id="9" name="Auto Shape 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048000"/>
            <a:ext cx="927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600" b="1" i="0" u="none" strike="noStrike" spc="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聚宽兼容的本地研究 / 回测服务</a:t>
            </a:r>
          </a:p>
        </p:txBody>
      </p:sp>
      <p:sp>
        <p:nvSpPr>
          <p:cNvPr id="10" name="Auto Shape 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365500"/>
            <a:ext cx="92710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300" b="0" i="0" u="none" strike="noStrike" spc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Node Express + Python 引擎，聚宽风格策略 API，浏览器里用，约 20 个因子双轨校验。</a:t>
            </a:r>
          </a:p>
        </p:txBody>
      </p:sp>
      <p:sp>
        <p:nvSpPr>
          <p:cNvPr id="11" name="Auto Shape 1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3873500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2600" b="1" i="0" u="none" strike="noStrike" spc="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</a:p>
        </p:txBody>
      </p:sp>
      <p:sp>
        <p:nvSpPr>
          <p:cNvPr id="12" name="Auto Shape 1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873500"/>
            <a:ext cx="927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600" b="1" i="0" u="none" strike="noStrike" spc="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价格行为 AI 服务</a:t>
            </a:r>
          </a:p>
        </p:txBody>
      </p:sp>
      <p:sp>
        <p:nvSpPr>
          <p:cNvPr id="13" name="Auto Shape 1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191000"/>
            <a:ext cx="92710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300" b="0" i="0" u="none" strike="noStrike" spc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Al Brooks 价格行为体系，随桌面端自动启停，自带 venv，可拷到没装 Python 的电脑运行。</a:t>
            </a:r>
          </a:p>
        </p:txBody>
      </p:sp>
      <p:sp>
        <p:nvSpPr>
          <p:cNvPr id="14" name="Auto Shape 1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699000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2600" b="1" i="0" u="none" strike="noStrike" spc="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</a:p>
        </p:txBody>
      </p:sp>
      <p:sp>
        <p:nvSpPr>
          <p:cNvPr id="15" name="Auto Shape 1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699000"/>
            <a:ext cx="927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600" b="1" i="0" u="none" strike="noStrike" spc="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唯一权威行情库</a:t>
            </a:r>
          </a:p>
        </p:txBody>
      </p:sp>
      <p:sp>
        <p:nvSpPr>
          <p:cNvPr id="16" name="Auto Shape 1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016500"/>
            <a:ext cx="92710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300" b="0" i="0" u="none" strike="noStrike" spc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data/market/stock_data.db 一个 SQLite 文件，约 1850 万行日线，三个组件共同只读它。</a:t>
            </a:r>
          </a:p>
        </p:txBody>
      </p:sp>
      <p:sp>
        <p:nvSpPr>
          <p:cNvPr id="17" name="Auto Shape 1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5524500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2600" b="1" i="0" u="none" strike="noStrike" spc="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</a:p>
        </p:txBody>
      </p:sp>
      <p:sp>
        <p:nvSpPr>
          <p:cNvPr id="18" name="Auto Shape 1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524500"/>
            <a:ext cx="927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600" b="1" i="0" u="none" strike="noStrike" spc="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不连云端、不强制登录</a:t>
            </a:r>
          </a:p>
        </p:txBody>
      </p:sp>
      <p:sp>
        <p:nvSpPr>
          <p:cNvPr id="19" name="Auto Shape 1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842000"/>
            <a:ext cx="92710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300" b="0" i="0" u="none" strike="noStrike" spc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实时行情走东财 / 腾讯 / 新浪多源回退拉取，配置与分析结果全部写在本机。</a:t>
            </a:r>
          </a:p>
        </p:txBody>
      </p:sp>
    </p:spTree>
  </p:cSld>
  <p:clrMapOvr>
    <a:masterClrMapping xmlns:a="http://schemas.openxmlformats.org/drawingml/2006/main"/>
  </p:clrMapOvr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2F4F8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Auto Shape 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609600"/>
            <a:ext cx="101600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200" b="0" i="0" u="none" strike="noStrike" spc="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02 · 整体架构</a:t>
            </a:r>
          </a:p>
        </p:txBody>
      </p:sp>
      <p:sp>
        <p:nvSpPr>
          <p:cNvPr id="3" name="Auto Shape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965200"/>
            <a:ext cx="1016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2800" b="1" i="0" u="none" strike="noStrike" spc="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三个组件围绕一个行情库，桌面端是唯一入口</a:t>
            </a:r>
          </a:p>
        </p:txBody>
      </p:sp>
      <p:sp>
        <p:nvSpPr>
          <p:cNvPr id="4" name="Auto Shape 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1905000"/>
            <a:ext cx="3810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563EB">
              <a:alpha val="10000"/>
            </a:srgbClr>
          </a:solidFill>
          <a:ln xmlns:a="http://schemas.openxmlformats.org/drawingml/2006/main" w="25400" cap="flat" cmpd="sng">
            <a:solidFill>
              <a:srgbClr val="2563EB"/>
            </a:solidFill>
            <a:round/>
          </a:ln>
        </p:spPr>
        <p:txBody>
          <a:bodyPr xmlns:a="http://schemas.openxmlformats.org/drawingml/2006/main" vert="horz" wrap="square" lIns="63500" tIns="63500" rIns="63500" bIns="63500" rtlCol="0" anchor="ctr">
            <a:noAutofit/>
          </a:bodyPr>
          <a:lstStyle xmlns:a="http://schemas.openxmlformats.org/drawingml/2006/main">
            <a:lvl1pPr algn="ctr"/>
          </a:lstStyle>
          <a:p xmlns:a="http://schemas.openxmlformats.org/drawingml/2006/main">
            <a:pPr marR="0" algn="ctr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5" name="Auto Shape 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57400"/>
            <a:ext cx="3403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500" b="1" i="0" u="none" strike="noStrike" spc="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apps/desktop</a:t>
            </a:r>
          </a:p>
        </p:txBody>
      </p:sp>
      <p:sp>
        <p:nvSpPr>
          <p:cNvPr id="6" name="Auto Shape 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387600"/>
            <a:ext cx="34036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100" b="0" i="0" u="none" strike="noStrike" spc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Electron 37 + React 19 · 主入口</a:t>
            </a:r>
          </a:p>
        </p:txBody>
      </p:sp>
      <p:sp>
        <p:nvSpPr>
          <p:cNvPr id="7" name="Auto Shape 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17800"/>
            <a:ext cx="3403600" cy="10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16667"/>
              </a:lnSpc>
            </a:pPr>
            <a:r>
              <a:rPr lang="en-US" sz="1200" b="0" i="0" u="none" strike="noStrike" spc="0">
                <a:solidFill>
                  <a:srgbClr val="354052"/>
                </a:solidFill>
                <a:latin typeface="Noto Sans SC"/>
                <a:ea typeface="Noto Sans SC"/>
                <a:cs typeface="Noto Sans SC"/>
                <a:sym typeface="Noto Sans SC"/>
              </a:rPr>
              <a:t>行情 / K线 / 分时 / 画线</a:t>
            </a:r>
          </a:p>
          <a:p xmlns:a="http://schemas.openxmlformats.org/drawingml/2006/main">
            <a:pPr marL="0" marR="0" algn="l">
              <a:lnSpc>
                <a:spcPct val="116667"/>
              </a:lnSpc>
            </a:pPr>
            <a:r>
              <a:rPr lang="en-US" sz="1200" b="0" i="0" u="none" strike="noStrike" spc="0">
                <a:solidFill>
                  <a:srgbClr val="354052"/>
                </a:solidFill>
                <a:latin typeface="Noto Sans SC"/>
                <a:ea typeface="Noto Sans SC"/>
                <a:cs typeface="Noto Sans SC"/>
                <a:sym typeface="Noto Sans SC"/>
              </a:rPr>
              <a:t>回测 / 选股 / 监盘</a:t>
            </a:r>
          </a:p>
          <a:p xmlns:a="http://schemas.openxmlformats.org/drawingml/2006/main">
            <a:pPr marL="0" marR="0" algn="l">
              <a:lnSpc>
                <a:spcPct val="116667"/>
              </a:lnSpc>
            </a:pPr>
            <a:r>
              <a:rPr lang="en-US" sz="1200" b="0" i="0" u="none" strike="noStrike" spc="0">
                <a:solidFill>
                  <a:srgbClr val="354052"/>
                </a:solidFill>
                <a:latin typeface="Noto Sans SC"/>
                <a:ea typeface="Noto Sans SC"/>
                <a:cs typeface="Noto Sans SC"/>
                <a:sym typeface="Noto Sans SC"/>
              </a:rPr>
              <a:t>AI 助手 · 价格行为 AI 页</a:t>
            </a:r>
          </a:p>
        </p:txBody>
      </p:sp>
      <p:sp>
        <p:nvSpPr>
          <p:cNvPr id="8" name="Auto Shape 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6000" y="1905000"/>
            <a:ext cx="3810000" cy="1651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563EB">
              <a:alpha val="10000"/>
            </a:srgbClr>
          </a:solidFill>
          <a:ln xmlns:a="http://schemas.openxmlformats.org/drawingml/2006/main" w="25400" cap="flat" cmpd="sng">
            <a:solidFill>
              <a:srgbClr val="2563EB"/>
            </a:solidFill>
            <a:round/>
          </a:ln>
        </p:spPr>
        <p:txBody>
          <a:bodyPr xmlns:a="http://schemas.openxmlformats.org/drawingml/2006/main" vert="horz" wrap="square" lIns="63500" tIns="63500" rIns="63500" bIns="63500" rtlCol="0" anchor="ctr">
            <a:noAutofit/>
          </a:bodyPr>
          <a:lstStyle xmlns:a="http://schemas.openxmlformats.org/drawingml/2006/main">
            <a:lvl1pPr algn="ctr"/>
          </a:lstStyle>
          <a:p xmlns:a="http://schemas.openxmlformats.org/drawingml/2006/main">
            <a:pPr marR="0" algn="ctr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9" name="Auto Shape 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9200" y="2057400"/>
            <a:ext cx="3403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500" b="1" i="0" u="none" strike="noStrike" spc="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services/joinquant-local</a:t>
            </a:r>
          </a:p>
        </p:txBody>
      </p:sp>
      <p:sp>
        <p:nvSpPr>
          <p:cNvPr id="10" name="Auto Shape 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9200" y="2387600"/>
            <a:ext cx="34036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100" b="0" i="0" u="none" strike="noStrike" spc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Node Express + Python 引擎 · :3000</a:t>
            </a:r>
          </a:p>
        </p:txBody>
      </p:sp>
      <p:sp>
        <p:nvSpPr>
          <p:cNvPr id="11" name="Auto Shape 1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9200" y="2717800"/>
            <a:ext cx="3403600" cy="71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16667"/>
              </a:lnSpc>
            </a:pPr>
            <a:r>
              <a:rPr lang="en-US" sz="1200" b="0" i="0" u="none" strike="noStrike" spc="0">
                <a:solidFill>
                  <a:srgbClr val="354052"/>
                </a:solidFill>
                <a:latin typeface="Noto Sans SC"/>
                <a:ea typeface="Noto Sans SC"/>
                <a:cs typeface="Noto Sans SC"/>
                <a:sym typeface="Noto Sans SC"/>
              </a:rPr>
              <a:t>聚宽风格策略 API</a:t>
            </a:r>
          </a:p>
          <a:p xmlns:a="http://schemas.openxmlformats.org/drawingml/2006/main">
            <a:pPr marL="0" marR="0" algn="l">
              <a:lnSpc>
                <a:spcPct val="116667"/>
              </a:lnSpc>
            </a:pPr>
            <a:r>
              <a:rPr lang="en-US" sz="1200" b="0" i="0" u="none" strike="noStrike" spc="0">
                <a:solidFill>
                  <a:srgbClr val="354052"/>
                </a:solidFill>
                <a:latin typeface="Noto Sans SC"/>
                <a:ea typeface="Noto Sans SC"/>
                <a:cs typeface="Noto Sans SC"/>
                <a:sym typeface="Noto Sans SC"/>
              </a:rPr>
              <a:t>多因子研究 · 生产回测双轨</a:t>
            </a:r>
          </a:p>
        </p:txBody>
      </p:sp>
      <p:sp>
        <p:nvSpPr>
          <p:cNvPr id="12" name="Auto Shape 1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699000"/>
            <a:ext cx="3302000" cy="114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D1326">
              <a:alpha val="6000"/>
            </a:srgbClr>
          </a:solidFill>
          <a:ln xmlns:a="http://schemas.openxmlformats.org/drawingml/2006/main" w="12700" cap="flat" cmpd="sng">
            <a:solidFill>
              <a:srgbClr val="0D1326"/>
            </a:solidFill>
            <a:prstDash val="dash"/>
            <a:round/>
          </a:ln>
        </p:spPr>
        <p:txBody>
          <a:bodyPr xmlns:a="http://schemas.openxmlformats.org/drawingml/2006/main" vert="horz" wrap="square" lIns="63500" tIns="63500" rIns="63500" bIns="63500" rtlCol="0" anchor="ctr">
            <a:noAutofit/>
          </a:bodyPr>
          <a:lstStyle xmlns:a="http://schemas.openxmlformats.org/drawingml/2006/main">
            <a:lvl1pPr algn="ctr"/>
          </a:lstStyle>
          <a:p xmlns:a="http://schemas.openxmlformats.org/drawingml/2006/main">
            <a:pPr marR="0" algn="ctr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13" name="Auto Shape 1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851400"/>
            <a:ext cx="28956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400" b="1" i="0" u="none" strike="noStrike" spc="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python/pa-agent</a:t>
            </a:r>
          </a:p>
        </p:txBody>
      </p:sp>
      <p:sp>
        <p:nvSpPr>
          <p:cNvPr id="14" name="Auto Shape 1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156200"/>
            <a:ext cx="289560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16667"/>
              </a:lnSpc>
            </a:pPr>
            <a:r>
              <a:rPr lang="en-US" sz="1100" b="0" i="0" u="none" strike="noStrike" spc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价格行为 AI · SSE 流式</a:t>
            </a:r>
          </a:p>
          <a:p xmlns:a="http://schemas.openxmlformats.org/drawingml/2006/main">
            <a:pPr marL="0" marR="0" algn="l">
              <a:lnSpc>
                <a:spcPct val="116667"/>
              </a:lnSpc>
            </a:pPr>
            <a:r>
              <a:rPr lang="en-US" sz="1100" b="0" i="0" u="none" strike="noStrike" spc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桌面端自动拉起 / 关闭</a:t>
            </a:r>
          </a:p>
        </p:txBody>
      </p:sp>
      <p:sp>
        <p:nvSpPr>
          <p:cNvPr id="15" name="Auto Shape 1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699000"/>
            <a:ext cx="4826000" cy="114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D1326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63500" tIns="63500" rIns="63500" bIns="63500" rtlCol="0" anchor="ctr">
            <a:noAutofit/>
          </a:bodyPr>
          <a:lstStyle xmlns:a="http://schemas.openxmlformats.org/drawingml/2006/main">
            <a:lvl1pPr algn="ctr"/>
          </a:lstStyle>
          <a:p xmlns:a="http://schemas.openxmlformats.org/drawingml/2006/main">
            <a:pPr marR="0" algn="ctr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16" name="Auto Shape 1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7200" y="4851400"/>
            <a:ext cx="44196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400" b="1" i="0" u="none" strike="noStrike" spc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data/market/stock_data.db</a:t>
            </a:r>
          </a:p>
        </p:txBody>
      </p:sp>
      <p:sp>
        <p:nvSpPr>
          <p:cNvPr id="17" name="Auto Shape 1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7200" y="5156200"/>
            <a:ext cx="441960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16667"/>
              </a:lnSpc>
            </a:pPr>
            <a:r>
              <a:rPr lang="en-US" sz="1100" b="0" i="0" u="none" strike="noStrike" spc="0">
                <a:solidFill>
                  <a:srgbClr val="BFD7FF"/>
                </a:solidFill>
                <a:latin typeface="Noto Sans SC"/>
                <a:ea typeface="Noto Sans SC"/>
                <a:cs typeface="Noto Sans SC"/>
                <a:sym typeface="Noto Sans SC"/>
              </a:rPr>
              <a:t>唯一权威行情库 · SQLite</a:t>
            </a:r>
          </a:p>
          <a:p xmlns:a="http://schemas.openxmlformats.org/drawingml/2006/main">
            <a:pPr marL="0" marR="0" algn="l">
              <a:lnSpc>
                <a:spcPct val="116667"/>
              </a:lnSpc>
            </a:pPr>
            <a:r>
              <a:rPr lang="en-US" sz="1100" b="0" i="0" u="none" strike="noStrike" spc="0">
                <a:solidFill>
                  <a:srgbClr val="BFD7FF"/>
                </a:solidFill>
                <a:latin typeface="Noto Sans SC"/>
                <a:ea typeface="Noto Sans SC"/>
                <a:cs typeface="Noto Sans SC"/>
                <a:sym typeface="Noto Sans SC"/>
              </a:rPr>
              <a:t>约 1850 万行日线 · 三组件共同只读</a:t>
            </a:r>
          </a:p>
        </p:txBody>
      </p:sp>
      <p:cxnSp>
        <p:nvCxnSpPr>
          <p:cNvPr id="18" name="Connector"/>
          <p:cNvCxnSpPr/>
          <p:nvPr/>
        </p:nvCxnSpPr>
        <p:spPr>
          <a:xfrm xmlns:a="http://schemas.openxmlformats.org/drawingml/2006/main" rot="-188911">
            <a:off x="4824429" y="2787649"/>
            <a:ext cx="2543173" cy="12700"/>
          </a:xfrm>
          <a:prstGeom xmlns:a="http://schemas.openxmlformats.org/drawingml/2006/main" prst="straightConnector1">
            <a:avLst/>
          </a:prstGeom>
          <a:solidFill xmlns:a="http://schemas.openxmlformats.org/drawingml/2006/main">
            <a:srgbClr val="DEE0E3"/>
          </a:solidFill>
          <a:ln xmlns:a="http://schemas.openxmlformats.org/drawingml/2006/main" w="25400" cap="flat" cmpd="sng">
            <a:solidFill>
              <a:srgbClr val="2563EB"/>
            </a:solidFill>
            <a:round/>
            <a:headEnd type="arrow" w="lg" len="lg"/>
            <a:tailEnd type="arrow" w="lg" len="lg"/>
          </a:ln>
        </p:spPr>
      </p:cxnSp>
      <p:sp>
        <p:nvSpPr>
          <p:cNvPr id="19" name="Auto Shape 1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6500" y="2413000"/>
            <a:ext cx="2159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ctr"/>
          </a:lstStyle>
          <a:p xmlns:a="http://schemas.openxmlformats.org/drawingml/2006/main">
            <a:pPr marL="0" marR="0" algn="ctr">
              <a:lnSpc>
                <a:spcPct val="125000"/>
              </a:lnSpc>
            </a:pPr>
            <a:r>
              <a:rPr lang="en-US" sz="1000" b="0" i="0" u="none" strike="noStrike" spc="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量化网关 :3000</a:t>
            </a:r>
          </a:p>
        </p:txBody>
      </p:sp>
      <p:cxnSp>
        <p:nvCxnSpPr>
          <p:cNvPr id="20" name="Connector"/>
          <p:cNvCxnSpPr/>
          <p:nvPr/>
        </p:nvCxnSpPr>
        <p:spPr>
          <a:xfrm xmlns:a="http://schemas.openxmlformats.org/drawingml/2006/main" rot="-4685558" flipH="1" flipV="1">
            <a:off x="8177551" y="4121184"/>
            <a:ext cx="1170882" cy="12700"/>
          </a:xfrm>
          <a:prstGeom xmlns:a="http://schemas.openxmlformats.org/drawingml/2006/main" prst="straightConnector1">
            <a:avLst/>
          </a:prstGeom>
          <a:solidFill xmlns:a="http://schemas.openxmlformats.org/drawingml/2006/main">
            <a:srgbClr val="DEE0E3"/>
          </a:solidFill>
          <a:ln xmlns:a="http://schemas.openxmlformats.org/drawingml/2006/main" w="12700" cap="flat" cmpd="sng">
            <a:solidFill>
              <a:srgbClr val="64748B"/>
            </a:solidFill>
            <a:prstDash val="dash"/>
            <a:round/>
            <a:tailEnd type="arrow" w="med" len="med"/>
          </a:ln>
        </p:spPr>
      </p:cxnSp>
      <p:cxnSp>
        <p:nvCxnSpPr>
          <p:cNvPr id="21" name="Connector"/>
          <p:cNvCxnSpPr/>
          <p:nvPr/>
        </p:nvCxnSpPr>
        <p:spPr>
          <a:xfrm xmlns:a="http://schemas.openxmlformats.org/drawingml/2006/main" rot="-42969">
            <a:off x="4318040" y="5264150"/>
            <a:ext cx="1016000" cy="12700"/>
          </a:xfrm>
          <a:prstGeom xmlns:a="http://schemas.openxmlformats.org/drawingml/2006/main" prst="straightConnector1">
            <a:avLst/>
          </a:prstGeom>
          <a:solidFill xmlns:a="http://schemas.openxmlformats.org/drawingml/2006/main">
            <a:srgbClr val="DEE0E3"/>
          </a:solidFill>
          <a:ln xmlns:a="http://schemas.openxmlformats.org/drawingml/2006/main" w="12700" cap="flat" cmpd="sng">
            <a:solidFill>
              <a:srgbClr val="64748B"/>
            </a:solidFill>
            <a:prstDash val="dash"/>
            <a:round/>
            <a:tailEnd type="arrow" w="med" len="med"/>
          </a:ln>
        </p:spPr>
      </p:cxnSp>
      <p:cxnSp>
        <p:nvCxnSpPr>
          <p:cNvPr id="22" name="Connector"/>
          <p:cNvCxnSpPr/>
          <p:nvPr/>
        </p:nvCxnSpPr>
        <p:spPr>
          <a:xfrm xmlns:a="http://schemas.openxmlformats.org/drawingml/2006/main" rot="5350892">
            <a:off x="2095500" y="4248195"/>
            <a:ext cx="889000" cy="12700"/>
          </a:xfrm>
          <a:prstGeom xmlns:a="http://schemas.openxmlformats.org/drawingml/2006/main" prst="straightConnector1">
            <a:avLst/>
          </a:prstGeom>
          <a:solidFill xmlns:a="http://schemas.openxmlformats.org/drawingml/2006/main">
            <a:srgbClr val="DEE0E3"/>
          </a:solidFill>
          <a:ln xmlns:a="http://schemas.openxmlformats.org/drawingml/2006/main" w="12700" cap="flat" cmpd="sng">
            <a:solidFill>
              <a:srgbClr val="0D1326"/>
            </a:solidFill>
            <a:round/>
            <a:tailEnd type="arrow" w="med" len="med"/>
          </a:ln>
        </p:spPr>
      </p:cxnSp>
      <p:sp>
        <p:nvSpPr>
          <p:cNvPr id="23" name="Auto Shape 2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127500"/>
            <a:ext cx="1524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000" b="0" i="0" u="none" strike="noStrike" spc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自动拉起 / 关闭</a:t>
            </a:r>
          </a:p>
        </p:txBody>
      </p:sp>
      <p:sp>
        <p:nvSpPr>
          <p:cNvPr id="24" name="Auto Shape 2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6223000"/>
            <a:ext cx="1016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000" b="0" i="0" u="none" strike="noStrike" spc="0">
                <a:solidFill>
                  <a:srgbClr val="788291"/>
                </a:solidFill>
                <a:latin typeface="Noto Sans SC"/>
                <a:ea typeface="Noto Sans SC"/>
                <a:cs typeface="Noto Sans SC"/>
                <a:sym typeface="Noto Sans SC"/>
              </a:rPr>
              <a:t>实线 = 调用 / 托管 虚线 = 只读行情 · 来源：docs/migration/ARCHITECTURE.md</a:t>
            </a:r>
          </a:p>
        </p:txBody>
      </p:sp>
    </p:spTree>
  </p:cSld>
  <p:clrMapOvr>
    <a:masterClrMapping xmlns:a="http://schemas.openxmlformats.org/drawingml/2006/main"/>
  </p:clrMapOvr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2F4F8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Auto Shape 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609600"/>
            <a:ext cx="101600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200" b="0" i="0" u="none" strike="noStrike" spc="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03 · 组件 A / apps/desktop</a:t>
            </a:r>
          </a:p>
        </p:txBody>
      </p:sp>
      <p:sp>
        <p:nvSpPr>
          <p:cNvPr id="3" name="Auto Shape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965200"/>
            <a:ext cx="1016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2800" b="1" i="0" u="none" strike="noStrike" spc="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桌面端：同花顺风格 A 股行情软件，也是唯一入口</a:t>
            </a:r>
          </a:p>
        </p:txBody>
      </p:sp>
      <p:cxnSp>
        <p:nvCxnSpPr>
          <p:cNvPr id="4" name="Connector"/>
          <p:cNvCxnSpPr/>
          <p:nvPr/>
        </p:nvCxnSpPr>
        <p:spPr>
          <a:xfrm xmlns:a="http://schemas.openxmlformats.org/drawingml/2006/main" rot="-4297">
            <a:off x="1016004" y="1644650"/>
            <a:ext cx="10160000" cy="12700"/>
          </a:xfrm>
          <a:prstGeom xmlns:a="http://schemas.openxmlformats.org/drawingml/2006/main" prst="straightConnector1">
            <a:avLst/>
          </a:prstGeom>
          <a:solidFill xmlns:a="http://schemas.openxmlformats.org/drawingml/2006/main">
            <a:srgbClr val="DEE0E3"/>
          </a:solidFill>
          <a:ln xmlns:a="http://schemas.openxmlformats.org/drawingml/2006/main" w="12700" cap="flat" cmpd="sng">
            <a:solidFill>
              <a:srgbClr val="C8CDD7"/>
            </a:solidFill>
            <a:round/>
          </a:ln>
        </p:spPr>
      </p:cxnSp>
      <p:sp>
        <p:nvSpPr>
          <p:cNvPr id="5" name="Auto Shape 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1905000"/>
            <a:ext cx="43180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400" b="1" i="0" u="none" strike="noStrike" spc="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技术栈</a:t>
            </a:r>
          </a:p>
        </p:txBody>
      </p:sp>
      <p:sp>
        <p:nvSpPr>
          <p:cNvPr id="6" name="Auto Shape 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286000"/>
            <a:ext cx="4318000" cy="355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33333"/>
              </a:lnSpc>
            </a:pPr>
            <a:r>
              <a:rPr lang="en-US" sz="1300" b="0" i="0" u="none" strike="noStrike" spc="0">
                <a:solidFill>
                  <a:srgbClr val="354052"/>
                </a:solidFill>
                <a:latin typeface="Noto Sans SC"/>
                <a:ea typeface="Noto Sans SC"/>
                <a:cs typeface="Noto Sans SC"/>
                <a:sym typeface="Noto Sans SC"/>
              </a:rPr>
              <a:t>壳：Electron 37 + electron-vite 3</a:t>
            </a:r>
          </a:p>
          <a:p xmlns:a="http://schemas.openxmlformats.org/drawingml/2006/main">
            <a:pPr marL="0" marR="0" algn="l">
              <a:lnSpc>
                <a:spcPct val="133333"/>
              </a:lnSpc>
            </a:pPr>
            <a:r>
              <a:rPr lang="en-US" sz="1300" b="0" i="0" u="none" strike="noStrike" spc="0">
                <a:solidFill>
                  <a:srgbClr val="354052"/>
                </a:solidFill>
                <a:latin typeface="Noto Sans SC"/>
                <a:ea typeface="Noto Sans SC"/>
                <a:cs typeface="Noto Sans SC"/>
                <a:sym typeface="Noto Sans SC"/>
              </a:rPr>
              <a:t>渲染：React 19 + Zustand 5 + ECharts 5</a:t>
            </a:r>
          </a:p>
          <a:p xmlns:a="http://schemas.openxmlformats.org/drawingml/2006/main">
            <a:pPr marL="0" marR="0" algn="l">
              <a:lnSpc>
                <a:spcPct val="133333"/>
              </a:lnSpc>
            </a:pPr>
            <a:r>
              <a:rPr lang="en-US" sz="1300" b="0" i="0" u="none" strike="noStrike" spc="0">
                <a:solidFill>
                  <a:srgbClr val="354052"/>
                </a:solidFill>
                <a:latin typeface="Noto Sans SC"/>
                <a:ea typeface="Noto Sans SC"/>
                <a:cs typeface="Noto Sans SC"/>
                <a:sym typeface="Noto Sans SC"/>
              </a:rPr>
              <a:t>存储：better-sqlite3（主进程单客户端）</a:t>
            </a:r>
          </a:p>
          <a:p xmlns:a="http://schemas.openxmlformats.org/drawingml/2006/main">
            <a:pPr marL="0" marR="0" algn="l">
              <a:lnSpc>
                <a:spcPct val="133333"/>
              </a:lnSpc>
            </a:pPr>
            <a:r>
              <a:rPr lang="en-US" sz="1300" b="0" i="0" u="none" strike="noStrike" spc="0">
                <a:solidFill>
                  <a:srgbClr val="354052"/>
                </a:solidFill>
                <a:latin typeface="Noto Sans SC"/>
                <a:ea typeface="Noto Sans SC"/>
                <a:cs typeface="Noto Sans SC"/>
                <a:sym typeface="Noto Sans SC"/>
              </a:rPr>
              <a:t>编辑：CodeMirror（策略代码）</a:t>
            </a:r>
          </a:p>
          <a:p xmlns:a="http://schemas.openxmlformats.org/drawingml/2006/main">
            <a:pPr marL="0" marR="0" algn="l">
              <a:lnSpc>
                <a:spcPct val="133333"/>
              </a:lnSpc>
            </a:pPr>
            <a:r>
              <a:rPr lang="en-US" sz="1300" b="0" i="0" u="none" strike="noStrike" spc="0">
                <a:solidFill>
                  <a:srgbClr val="354052"/>
                </a:solidFill>
                <a:latin typeface="Noto Sans SC"/>
                <a:ea typeface="Noto Sans SC"/>
                <a:cs typeface="Noto Sans SC"/>
                <a:sym typeface="Noto Sans SC"/>
              </a:rPr>
              <a:t>打包：electron-builder · Windows portable</a:t>
            </a:r>
          </a:p>
          <a:p xmlns:a="http://schemas.openxmlformats.org/drawingml/2006/main">
            <a:pPr marL="0" marR="0" algn="l">
              <a:lnSpc>
                <a:spcPct val="133333"/>
              </a:lnSpc>
            </a:pPr>
            <a:r>
              <a:rPr lang="en-US" sz="1300" b="0" i="0" u="none" strike="noStrike" spc="0">
                <a:solidFill>
                  <a:srgbClr val="354052"/>
                </a:solidFill>
                <a:latin typeface="Noto Sans SC"/>
                <a:ea typeface="Noto Sans SC"/>
                <a:cs typeface="Noto Sans SC"/>
                <a:sym typeface="Noto Sans SC"/>
              </a:rPr>
              <a:t>子进程：Python 3.9+（akshare / pandas）</a:t>
            </a:r>
          </a:p>
        </p:txBody>
      </p:sp>
      <p:sp>
        <p:nvSpPr>
          <p:cNvPr id="7" name="Auto Shape 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2000" y="1905000"/>
            <a:ext cx="53340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400" b="1" i="0" u="none" strike="noStrike" spc="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进程结构（electron-vite 三段式）</a:t>
            </a:r>
          </a:p>
        </p:txBody>
      </p:sp>
      <p:graphicFrame>
        <p:nvGraphicFramePr>
          <p:cNvPr id="8" name="Table"/>
          <p:cNvGraphicFramePr/>
          <p:nvPr/>
        </p:nvGraphicFramePr>
        <p:xfrm>
          <a:off xmlns:a="http://schemas.openxmlformats.org/drawingml/2006/main" x="5842000" y="2311400"/>
          <a:ext xmlns:a="http://schemas.openxmlformats.org/drawingml/2006/main" cx="5334000" cy="3302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97000"/>
                <a:gridCol w="1651000"/>
                <a:gridCol w="2286000"/>
              </a:tblGrid>
              <a:tr h="5334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</a:pPr>
                      <a:r>
                        <a:rPr lang="en-US" sz="1200" b="1" i="0" u="none" strike="noStrike" spc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进程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</a:pPr>
                      <a:r>
                        <a:rPr lang="en-US" sz="1200" b="1" i="0" u="none" strike="noStrike" spc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目录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</a:pPr>
                      <a:r>
                        <a:rPr lang="en-US" sz="1200" b="1" i="0" u="none" strike="noStrike" spc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职责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/>
                    </a:solidFill>
                  </a:tcPr>
                </a:tc>
              </a:tr>
              <a:tr h="9271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</a:pPr>
                      <a:r>
                        <a:rPr lang="en-US" sz="11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主进程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</a:pPr>
                      <a:r>
                        <a:rPr lang="en-US" sz="11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electron/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</a:pPr>
                      <a:r>
                        <a:rPr lang="en-US" sz="11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建窗口、SQLite、IPC、行情轮询、拉起 Python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9271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</a:pPr>
                      <a:r>
                        <a:rPr lang="en-US" sz="11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预加载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</a:pPr>
                      <a:r>
                        <a:rPr lang="en-US" sz="11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preload.ts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</a:pPr>
                      <a:r>
                        <a:rPr lang="en-US" sz="11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contextBridge 暴露 window.api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</a:pPr>
                      <a:r>
                        <a:rPr lang="en-US" sz="11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渲染层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</a:pPr>
                      <a:r>
                        <a:rPr lang="en-US" sz="11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src/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</a:pPr>
                      <a:r>
                        <a:rPr lang="en-US" sz="11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React UI，5 个 Zustand store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Auto Shape 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6223000"/>
            <a:ext cx="1016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000" b="0" i="0" u="none" strike="noStrike" spc="0">
                <a:solidFill>
                  <a:srgbClr val="788291"/>
                </a:solidFill>
                <a:latin typeface="Noto Sans SC"/>
                <a:ea typeface="Noto Sans SC"/>
                <a:cs typeface="Noto Sans SC"/>
                <a:sym typeface="Noto Sans SC"/>
              </a:rPr>
              <a:t>IPC 契约唯一真相源：shared/types.ts · 新增 IPC 必须同步改三处 · 来源：apps/desktop/CLAUDE.md</a:t>
            </a:r>
          </a:p>
        </p:txBody>
      </p:sp>
    </p:spTree>
  </p:cSld>
  <p:clrMapOvr>
    <a:masterClrMapping xmlns:a="http://schemas.openxmlformats.org/drawingml/2006/main"/>
  </p:clrMapOvr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2F4F8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Auto Shape 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609600"/>
            <a:ext cx="101600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200" b="0" i="0" u="none" strike="noStrike" spc="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04 · 组件 B / services/joinquant-local</a:t>
            </a:r>
          </a:p>
        </p:txBody>
      </p:sp>
      <p:sp>
        <p:nvSpPr>
          <p:cNvPr id="3" name="Auto Shape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965200"/>
            <a:ext cx="1016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2800" b="1" i="0" u="none" strike="noStrike" spc="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聚宽兼容服务：浏览器里的本地研究 / 回测平台</a:t>
            </a:r>
          </a:p>
        </p:txBody>
      </p:sp>
      <p:cxnSp>
        <p:nvCxnSpPr>
          <p:cNvPr id="4" name="Connector"/>
          <p:cNvCxnSpPr/>
          <p:nvPr/>
        </p:nvCxnSpPr>
        <p:spPr>
          <a:xfrm xmlns:a="http://schemas.openxmlformats.org/drawingml/2006/main" rot="-4297">
            <a:off x="1016004" y="1644650"/>
            <a:ext cx="10160000" cy="12700"/>
          </a:xfrm>
          <a:prstGeom xmlns:a="http://schemas.openxmlformats.org/drawingml/2006/main" prst="straightConnector1">
            <a:avLst/>
          </a:prstGeom>
          <a:solidFill xmlns:a="http://schemas.openxmlformats.org/drawingml/2006/main">
            <a:srgbClr val="DEE0E3"/>
          </a:solidFill>
          <a:ln xmlns:a="http://schemas.openxmlformats.org/drawingml/2006/main" w="12700" cap="flat" cmpd="sng">
            <a:solidFill>
              <a:srgbClr val="C8CDD7"/>
            </a:solidFill>
            <a:round/>
          </a:ln>
        </p:spPr>
      </p:cxnSp>
      <p:sp>
        <p:nvSpPr>
          <p:cNvPr id="5" name="Auto Shape 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1905000"/>
            <a:ext cx="101600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400" b="1" i="0" u="none" strike="noStrike" spc="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回测链路</a:t>
            </a:r>
          </a:p>
        </p:txBody>
      </p:sp>
      <p:sp>
        <p:nvSpPr>
          <p:cNvPr id="6" name="Auto Shape 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349500"/>
            <a:ext cx="1651000" cy="711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563EB">
              <a:alpha val="10000"/>
            </a:srgbClr>
          </a:solidFill>
          <a:ln xmlns:a="http://schemas.openxmlformats.org/drawingml/2006/main" w="12700" cap="flat" cmpd="sng">
            <a:solidFill>
              <a:srgbClr val="2563EB"/>
            </a:solidFill>
            <a:round/>
          </a:ln>
        </p:spPr>
        <p:txBody>
          <a:bodyPr xmlns:a="http://schemas.openxmlformats.org/drawingml/2006/main" vert="horz" wrap="square" lIns="63500" tIns="63500" rIns="63500" bIns="63500" rtlCol="0" anchor="ctr">
            <a:noAutofit/>
          </a:bodyPr>
          <a:lstStyle xmlns:a="http://schemas.openxmlformats.org/drawingml/2006/main">
            <a:lvl1pPr algn="ctr"/>
          </a:lstStyle>
          <a:p xmlns:a="http://schemas.openxmlformats.org/drawingml/2006/main">
            <a:pPr marR="0" algn="ctr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7" name="Auto Shape 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476500"/>
            <a:ext cx="1651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ctr"/>
          </a:lstStyle>
          <a:p xmlns:a="http://schemas.openxmlformats.org/drawingml/2006/main">
            <a:pPr marL="0" marR="0" algn="ctr">
              <a:lnSpc>
                <a:spcPct val="108333"/>
              </a:lnSpc>
            </a:pPr>
            <a:r>
              <a:rPr lang="en-US" sz="1100" b="0" i="0" u="none" strike="noStrike" spc="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浏览器</a:t>
            </a:r>
          </a:p>
          <a:p xmlns:a="http://schemas.openxmlformats.org/drawingml/2006/main">
            <a:pPr marL="0" marR="0" algn="ctr">
              <a:lnSpc>
                <a:spcPct val="108333"/>
              </a:lnSpc>
            </a:pPr>
            <a:r>
              <a:rPr lang="en-US" sz="1100" b="0" i="0" u="none" strike="noStrike" spc="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main.js</a:t>
            </a:r>
          </a:p>
        </p:txBody>
      </p:sp>
      <p:sp>
        <p:nvSpPr>
          <p:cNvPr id="8" name="Auto Shape 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49500"/>
            <a:ext cx="1905000" cy="711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563EB">
              <a:alpha val="10000"/>
            </a:srgbClr>
          </a:solidFill>
          <a:ln xmlns:a="http://schemas.openxmlformats.org/drawingml/2006/main" w="12700" cap="flat" cmpd="sng">
            <a:solidFill>
              <a:srgbClr val="2563EB"/>
            </a:solidFill>
            <a:round/>
          </a:ln>
        </p:spPr>
        <p:txBody>
          <a:bodyPr xmlns:a="http://schemas.openxmlformats.org/drawingml/2006/main" vert="horz" wrap="square" lIns="63500" tIns="63500" rIns="63500" bIns="63500" rtlCol="0" anchor="ctr">
            <a:noAutofit/>
          </a:bodyPr>
          <a:lstStyle xmlns:a="http://schemas.openxmlformats.org/drawingml/2006/main">
            <a:lvl1pPr algn="ctr"/>
          </a:lstStyle>
          <a:p xmlns:a="http://schemas.openxmlformats.org/drawingml/2006/main">
            <a:pPr marR="0" algn="ctr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9" name="Auto Shape 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476500"/>
            <a:ext cx="1905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ctr"/>
          </a:lstStyle>
          <a:p xmlns:a="http://schemas.openxmlformats.org/drawingml/2006/main">
            <a:pPr marL="0" marR="0" algn="ctr">
              <a:lnSpc>
                <a:spcPct val="108333"/>
              </a:lnSpc>
            </a:pPr>
            <a:r>
              <a:rPr lang="en-US" sz="1100" b="0" i="0" u="none" strike="noStrike" spc="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Express</a:t>
            </a:r>
          </a:p>
          <a:p xmlns:a="http://schemas.openxmlformats.org/drawingml/2006/main">
            <a:pPr marL="0" marR="0" algn="ctr">
              <a:lnSpc>
                <a:spcPct val="108333"/>
              </a:lnSpc>
            </a:pPr>
            <a:r>
              <a:rPr lang="en-US" sz="1100" b="0" i="0" u="none" strike="noStrike" spc="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POST /api/backtest/run</a:t>
            </a:r>
          </a:p>
        </p:txBody>
      </p:sp>
      <p:sp>
        <p:nvSpPr>
          <p:cNvPr id="10" name="Auto Shape 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349500"/>
            <a:ext cx="2159000" cy="711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563EB">
              <a:alpha val="10000"/>
            </a:srgbClr>
          </a:solidFill>
          <a:ln xmlns:a="http://schemas.openxmlformats.org/drawingml/2006/main" w="12700" cap="flat" cmpd="sng">
            <a:solidFill>
              <a:srgbClr val="2563EB"/>
            </a:solidFill>
            <a:round/>
          </a:ln>
        </p:spPr>
        <p:txBody>
          <a:bodyPr xmlns:a="http://schemas.openxmlformats.org/drawingml/2006/main" vert="horz" wrap="square" lIns="63500" tIns="63500" rIns="63500" bIns="63500" rtlCol="0" anchor="ctr">
            <a:noAutofit/>
          </a:bodyPr>
          <a:lstStyle xmlns:a="http://schemas.openxmlformats.org/drawingml/2006/main">
            <a:lvl1pPr algn="ctr"/>
          </a:lstStyle>
          <a:p xmlns:a="http://schemas.openxmlformats.org/drawingml/2006/main">
            <a:pPr marR="0" algn="ctr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11" name="Auto Shape 1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476500"/>
            <a:ext cx="2159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ctr"/>
          </a:lstStyle>
          <a:p xmlns:a="http://schemas.openxmlformats.org/drawingml/2006/main">
            <a:pPr marL="0" marR="0" algn="ctr">
              <a:lnSpc>
                <a:spcPct val="108333"/>
              </a:lnSpc>
            </a:pPr>
            <a:r>
              <a:rPr lang="en-US" sz="1100" b="0" i="0" u="none" strike="noStrike" spc="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Python 子进程</a:t>
            </a:r>
          </a:p>
          <a:p xmlns:a="http://schemas.openxmlformats.org/drawingml/2006/main">
            <a:pPr marL="0" marR="0" algn="ctr">
              <a:lnSpc>
                <a:spcPct val="108333"/>
              </a:lnSpc>
            </a:pPr>
            <a:r>
              <a:rPr lang="en-US" sz="1100" b="0" i="0" u="none" strike="noStrike" spc="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backtest_engine.py</a:t>
            </a:r>
          </a:p>
        </p:txBody>
      </p:sp>
      <p:sp>
        <p:nvSpPr>
          <p:cNvPr id="12" name="Auto Shape 1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2349500"/>
            <a:ext cx="1524000" cy="711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D1326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63500" tIns="63500" rIns="63500" bIns="63500" rtlCol="0" anchor="ctr">
            <a:noAutofit/>
          </a:bodyPr>
          <a:lstStyle xmlns:a="http://schemas.openxmlformats.org/drawingml/2006/main">
            <a:lvl1pPr algn="ctr"/>
          </a:lstStyle>
          <a:p xmlns:a="http://schemas.openxmlformats.org/drawingml/2006/main">
            <a:pPr marR="0" algn="ctr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13" name="Auto Shape 1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2476500"/>
            <a:ext cx="1524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ctr"/>
          </a:lstStyle>
          <a:p xmlns:a="http://schemas.openxmlformats.org/drawingml/2006/main">
            <a:pPr marL="0" marR="0" algn="ctr">
              <a:lnSpc>
                <a:spcPct val="108333"/>
              </a:lnSpc>
            </a:pPr>
            <a:r>
              <a:rPr lang="en-US" sz="1100" b="0" i="0" u="none" strike="noStrike" spc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stock_data.db</a:t>
            </a:r>
          </a:p>
          <a:p xmlns:a="http://schemas.openxmlformats.org/drawingml/2006/main">
            <a:pPr marL="0" marR="0" algn="ctr">
              <a:lnSpc>
                <a:spcPct val="108333"/>
              </a:lnSpc>
            </a:pPr>
            <a:r>
              <a:rPr lang="en-US" sz="1100" b="0" i="0" u="none" strike="noStrike" spc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读策略</a:t>
            </a:r>
          </a:p>
        </p:txBody>
      </p:sp>
      <p:sp>
        <p:nvSpPr>
          <p:cNvPr id="14" name="Auto Shape 1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9000" y="2349500"/>
            <a:ext cx="1397000" cy="711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563EB">
              <a:alpha val="10000"/>
            </a:srgbClr>
          </a:solidFill>
          <a:ln xmlns:a="http://schemas.openxmlformats.org/drawingml/2006/main" w="12700" cap="flat" cmpd="sng">
            <a:solidFill>
              <a:srgbClr val="2563EB"/>
            </a:solidFill>
            <a:round/>
          </a:ln>
        </p:spPr>
        <p:txBody>
          <a:bodyPr xmlns:a="http://schemas.openxmlformats.org/drawingml/2006/main" vert="horz" wrap="square" lIns="63500" tIns="63500" rIns="63500" bIns="63500" rtlCol="0" anchor="ctr">
            <a:noAutofit/>
          </a:bodyPr>
          <a:lstStyle xmlns:a="http://schemas.openxmlformats.org/drawingml/2006/main">
            <a:lvl1pPr algn="ctr"/>
          </a:lstStyle>
          <a:p xmlns:a="http://schemas.openxmlformats.org/drawingml/2006/main">
            <a:pPr marR="0" algn="ctr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15" name="Auto Shape 1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9000" y="2476500"/>
            <a:ext cx="1397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ctr"/>
          </a:lstStyle>
          <a:p xmlns:a="http://schemas.openxmlformats.org/drawingml/2006/main">
            <a:pPr marL="0" marR="0" algn="ctr">
              <a:lnSpc>
                <a:spcPct val="108333"/>
              </a:lnSpc>
            </a:pPr>
            <a:r>
              <a:rPr lang="en-US" sz="1100" b="0" i="0" u="none" strike="noStrike" spc="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stdout JSON</a:t>
            </a:r>
          </a:p>
          <a:p xmlns:a="http://schemas.openxmlformats.org/drawingml/2006/main">
            <a:pPr marL="0" marR="0" algn="ctr">
              <a:lnSpc>
                <a:spcPct val="108333"/>
              </a:lnSpc>
            </a:pPr>
            <a:r>
              <a:rPr lang="en-US" sz="1100" b="0" i="0" u="none" strike="noStrike" spc="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→ backtest.db</a:t>
            </a:r>
          </a:p>
        </p:txBody>
      </p:sp>
      <p:cxnSp>
        <p:nvCxnSpPr>
          <p:cNvPr id="16" name="Connector"/>
          <p:cNvCxnSpPr/>
          <p:nvPr/>
        </p:nvCxnSpPr>
        <p:spPr>
          <a:xfrm xmlns:a="http://schemas.openxmlformats.org/drawingml/2006/main" rot="-114549">
            <a:off x="2667106" y="2698750"/>
            <a:ext cx="381000" cy="12700"/>
          </a:xfrm>
          <a:prstGeom xmlns:a="http://schemas.openxmlformats.org/drawingml/2006/main" prst="straightConnector1">
            <a:avLst/>
          </a:prstGeom>
          <a:solidFill xmlns:a="http://schemas.openxmlformats.org/drawingml/2006/main">
            <a:srgbClr val="DEE0E3"/>
          </a:solidFill>
          <a:ln xmlns:a="http://schemas.openxmlformats.org/drawingml/2006/main" w="12700" cap="flat" cmpd="sng">
            <a:solidFill>
              <a:srgbClr val="536174"/>
            </a:solidFill>
            <a:round/>
            <a:tailEnd type="arrow" w="med" len="med"/>
          </a:ln>
        </p:spPr>
      </p:cxnSp>
      <p:cxnSp>
        <p:nvCxnSpPr>
          <p:cNvPr id="17" name="Connector"/>
          <p:cNvCxnSpPr/>
          <p:nvPr/>
        </p:nvCxnSpPr>
        <p:spPr>
          <a:xfrm xmlns:a="http://schemas.openxmlformats.org/drawingml/2006/main" rot="-114549">
            <a:off x="4953106" y="2698750"/>
            <a:ext cx="381000" cy="12700"/>
          </a:xfrm>
          <a:prstGeom xmlns:a="http://schemas.openxmlformats.org/drawingml/2006/main" prst="straightConnector1">
            <a:avLst/>
          </a:prstGeom>
          <a:solidFill xmlns:a="http://schemas.openxmlformats.org/drawingml/2006/main">
            <a:srgbClr val="DEE0E3"/>
          </a:solidFill>
          <a:ln xmlns:a="http://schemas.openxmlformats.org/drawingml/2006/main" w="12700" cap="flat" cmpd="sng">
            <a:solidFill>
              <a:srgbClr val="536174"/>
            </a:solidFill>
            <a:round/>
            <a:tailEnd type="arrow" w="med" len="med"/>
          </a:ln>
        </p:spPr>
      </p:cxnSp>
      <p:cxnSp>
        <p:nvCxnSpPr>
          <p:cNvPr id="18" name="Connector"/>
          <p:cNvCxnSpPr/>
          <p:nvPr/>
        </p:nvCxnSpPr>
        <p:spPr>
          <a:xfrm xmlns:a="http://schemas.openxmlformats.org/drawingml/2006/main" rot="-114549">
            <a:off x="7493106" y="2698750"/>
            <a:ext cx="381000" cy="12700"/>
          </a:xfrm>
          <a:prstGeom xmlns:a="http://schemas.openxmlformats.org/drawingml/2006/main" prst="straightConnector1">
            <a:avLst/>
          </a:prstGeom>
          <a:solidFill xmlns:a="http://schemas.openxmlformats.org/drawingml/2006/main">
            <a:srgbClr val="DEE0E3"/>
          </a:solidFill>
          <a:ln xmlns:a="http://schemas.openxmlformats.org/drawingml/2006/main" w="12700" cap="flat" cmpd="sng">
            <a:solidFill>
              <a:srgbClr val="536174"/>
            </a:solidFill>
            <a:round/>
            <a:tailEnd type="arrow" w="med" len="med"/>
          </a:ln>
        </p:spPr>
      </p:cxnSp>
      <p:cxnSp>
        <p:nvCxnSpPr>
          <p:cNvPr id="19" name="Connector"/>
          <p:cNvCxnSpPr/>
          <p:nvPr/>
        </p:nvCxnSpPr>
        <p:spPr>
          <a:xfrm xmlns:a="http://schemas.openxmlformats.org/drawingml/2006/main" rot="-114549">
            <a:off x="9398106" y="2698750"/>
            <a:ext cx="381000" cy="12700"/>
          </a:xfrm>
          <a:prstGeom xmlns:a="http://schemas.openxmlformats.org/drawingml/2006/main" prst="straightConnector1">
            <a:avLst/>
          </a:prstGeom>
          <a:solidFill xmlns:a="http://schemas.openxmlformats.org/drawingml/2006/main">
            <a:srgbClr val="DEE0E3"/>
          </a:solidFill>
          <a:ln xmlns:a="http://schemas.openxmlformats.org/drawingml/2006/main" w="12700" cap="flat" cmpd="sng">
            <a:solidFill>
              <a:srgbClr val="536174"/>
            </a:solidFill>
            <a:round/>
            <a:tailEnd type="arrow" w="med" len="med"/>
          </a:ln>
        </p:spPr>
      </p:cxnSp>
      <p:sp>
        <p:nvSpPr>
          <p:cNvPr id="20" name="Auto Shape 1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3175000"/>
            <a:ext cx="1016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000" b="0" i="0" u="none" strike="noStrike" spc="0">
                <a:solidFill>
                  <a:srgbClr val="B43C3C"/>
                </a:solidFill>
                <a:latin typeface="Noto Sans SC"/>
                <a:ea typeface="Noto Sans SC"/>
                <a:cs typeface="Noto Sans SC"/>
                <a:sym typeface="Noto Sans SC"/>
              </a:rPr>
              <a:t>硬约束：引擎 stdout 必须是纯 JSON，策略代码禁止 print()，一律用 log()。</a:t>
            </a:r>
          </a:p>
        </p:txBody>
      </p:sp>
      <p:sp>
        <p:nvSpPr>
          <p:cNvPr id="21" name="Auto Shape 2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3683000"/>
            <a:ext cx="101600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400" b="1" i="0" u="none" strike="noStrike" spc="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多因子体系：研究轨与生产轨双轨校验</a:t>
            </a:r>
          </a:p>
        </p:txBody>
      </p:sp>
      <p:sp>
        <p:nvSpPr>
          <p:cNvPr id="22" name="Auto Shape 2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127500"/>
            <a:ext cx="4826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33333"/>
              </a:lnSpc>
            </a:pPr>
            <a:r>
              <a:rPr lang="en-US" sz="1200" b="1" i="0" u="none" strike="noStrike" spc="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研究轨</a:t>
            </a:r>
            <a:r>
              <a:rPr lang="en-US" sz="1200" b="0" i="0" u="none" strike="noStrike" spc="0">
                <a:solidFill>
                  <a:srgbClr val="354052"/>
                </a:solidFill>
                <a:latin typeface="Noto Sans SC"/>
                <a:ea typeface="Noto Sans SC"/>
                <a:cs typeface="Noto Sans SC"/>
                <a:sym typeface="Noto Sans SC"/>
              </a:rPr>
              <a:t> scripts/ · pandas · 系统 Python 3.11</a:t>
            </a:r>
          </a:p>
          <a:p xmlns:a="http://schemas.openxmlformats.org/drawingml/2006/main">
            <a:pPr marL="0" marR="0" algn="l">
              <a:lnSpc>
                <a:spcPct val="133333"/>
              </a:lnSpc>
            </a:pPr>
            <a:r>
              <a:rPr lang="en-US" sz="1200" b="0" i="0" u="none" strike="noStrike" spc="0">
                <a:solidFill>
                  <a:srgbClr val="354052"/>
                </a:solidFill>
                <a:latin typeface="Noto Sans SC"/>
                <a:ea typeface="Noto Sans SC"/>
                <a:cs typeface="Noto Sans SC"/>
                <a:sym typeface="Noto Sans SC"/>
              </a:rPr>
              <a:t>因子发现、IC/分层、组合迭代</a:t>
            </a:r>
          </a:p>
          <a:p xmlns:a="http://schemas.openxmlformats.org/drawingml/2006/main">
            <a:pPr marL="0" marR="0" algn="l">
              <a:lnSpc>
                <a:spcPct val="133333"/>
              </a:lnSpc>
            </a:pPr>
            <a:r>
              <a:rPr lang="en-US" sz="1200" b="1" i="0" u="none" strike="noStrike" spc="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生产轨</a:t>
            </a:r>
            <a:r>
              <a:rPr lang="en-US" sz="1200" b="0" i="0" u="none" strike="noStrike" spc="0">
                <a:solidFill>
                  <a:srgbClr val="354052"/>
                </a:solidFill>
                <a:latin typeface="Noto Sans SC"/>
                <a:ea typeface="Noto Sans SC"/>
                <a:cs typeface="Noto Sans SC"/>
                <a:sym typeface="Noto Sans SC"/>
              </a:rPr>
              <a:t> engine/factor_calc_stdlib.py</a:t>
            </a:r>
          </a:p>
          <a:p xmlns:a="http://schemas.openxmlformats.org/drawingml/2006/main">
            <a:pPr marL="0" marR="0" algn="l">
              <a:lnSpc>
                <a:spcPct val="133333"/>
              </a:lnSpc>
            </a:pPr>
            <a:r>
              <a:rPr lang="en-US" sz="1200" b="0" i="0" u="none" strike="noStrike" spc="0">
                <a:solidFill>
                  <a:srgbClr val="354052"/>
                </a:solidFill>
                <a:latin typeface="Noto Sans SC"/>
                <a:ea typeface="Noto Sans SC"/>
                <a:cs typeface="Noto Sans SC"/>
                <a:sym typeface="Noto Sans SC"/>
              </a:rPr>
              <a:t>纯标准库，网页复现同样因子值</a:t>
            </a:r>
          </a:p>
        </p:txBody>
      </p:sp>
      <p:sp>
        <p:nvSpPr>
          <p:cNvPr id="23" name="Auto Shape 2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0" y="4127500"/>
            <a:ext cx="4826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33333"/>
              </a:lnSpc>
            </a:pPr>
            <a:r>
              <a:rPr lang="en-US" sz="1200" b="0" i="0" u="none" strike="noStrike" spc="0">
                <a:solidFill>
                  <a:srgbClr val="354052"/>
                </a:solidFill>
                <a:latin typeface="Noto Sans SC"/>
                <a:ea typeface="Noto Sans SC"/>
                <a:cs typeface="Noto Sans SC"/>
                <a:sym typeface="Noto Sans SC"/>
              </a:rPr>
              <a:t>两轨共用 factor_registry.json 定义</a:t>
            </a:r>
          </a:p>
          <a:p xmlns:a="http://schemas.openxmlformats.org/drawingml/2006/main">
            <a:pPr marL="0" marR="0" algn="l">
              <a:lnSpc>
                <a:spcPct val="133333"/>
              </a:lnSpc>
            </a:pPr>
            <a:r>
              <a:rPr lang="en-US" sz="1200" b="0" i="0" u="none" strike="noStrike" spc="0">
                <a:solidFill>
                  <a:srgbClr val="354052"/>
                </a:solidFill>
                <a:latin typeface="Noto Sans SC"/>
                <a:ea typeface="Noto Sans SC"/>
                <a:cs typeface="Noto Sans SC"/>
                <a:sym typeface="Noto Sans SC"/>
              </a:rPr>
              <a:t>verify_factor_consistency.py 校验偏差 ≤ 0.001</a:t>
            </a:r>
          </a:p>
          <a:p xmlns:a="http://schemas.openxmlformats.org/drawingml/2006/main">
            <a:pPr marL="0" marR="0" algn="l">
              <a:lnSpc>
                <a:spcPct val="133333"/>
              </a:lnSpc>
            </a:pPr>
            <a:r>
              <a:rPr lang="en-US" sz="1200" b="0" i="0" u="none" strike="noStrike" spc="0">
                <a:solidFill>
                  <a:srgbClr val="354052"/>
                </a:solidFill>
                <a:latin typeface="Noto Sans SC"/>
                <a:ea typeface="Noto Sans SC"/>
                <a:cs typeface="Noto Sans SC"/>
                <a:sym typeface="Noto Sans SC"/>
              </a:rPr>
              <a:t>约 20 个因子：动量 / 反转 / 波动 / 价值 / 质量</a:t>
            </a:r>
          </a:p>
          <a:p xmlns:a="http://schemas.openxmlformats.org/drawingml/2006/main">
            <a:pPr marL="0" marR="0" algn="l">
              <a:lnSpc>
                <a:spcPct val="133333"/>
              </a:lnSpc>
            </a:pPr>
            <a:r>
              <a:rPr lang="en-US" sz="1200" b="0" i="0" u="none" strike="noStrike" spc="0">
                <a:solidFill>
                  <a:srgbClr val="354052"/>
                </a:solidFill>
                <a:latin typeface="Noto Sans SC"/>
                <a:ea typeface="Noto Sans SC"/>
                <a:cs typeface="Noto Sans SC"/>
                <a:sym typeface="Noto Sans SC"/>
              </a:rPr>
              <a:t>无未来函数三铁律：报告期 +4 月、skip 近 20 日、剔除 ST/涨跌停</a:t>
            </a:r>
          </a:p>
        </p:txBody>
      </p:sp>
    </p:spTree>
  </p:cSld>
  <p:clrMapOvr>
    <a:masterClrMapping xmlns:a="http://schemas.openxmlformats.org/drawingml/2006/main"/>
  </p:clrMapOvr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2F4F8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Auto Shape 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609600"/>
            <a:ext cx="101600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200" b="0" i="0" u="none" strike="noStrike" spc="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05 · 组件 C / python/pa-agent</a:t>
            </a:r>
          </a:p>
        </p:txBody>
      </p:sp>
      <p:sp>
        <p:nvSpPr>
          <p:cNvPr id="3" name="Auto Shape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965200"/>
            <a:ext cx="1016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2800" b="1" i="0" u="none" strike="noStrike" spc="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价格行为 AI：Al Brooks 体系，随桌面端自动启停</a:t>
            </a:r>
          </a:p>
        </p:txBody>
      </p:sp>
      <p:cxnSp>
        <p:nvCxnSpPr>
          <p:cNvPr id="4" name="Connector"/>
          <p:cNvCxnSpPr/>
          <p:nvPr/>
        </p:nvCxnSpPr>
        <p:spPr>
          <a:xfrm xmlns:a="http://schemas.openxmlformats.org/drawingml/2006/main" rot="-4297">
            <a:off x="1016004" y="1644650"/>
            <a:ext cx="10160000" cy="12700"/>
          </a:xfrm>
          <a:prstGeom xmlns:a="http://schemas.openxmlformats.org/drawingml/2006/main" prst="straightConnector1">
            <a:avLst/>
          </a:prstGeom>
          <a:solidFill xmlns:a="http://schemas.openxmlformats.org/drawingml/2006/main">
            <a:srgbClr val="DEE0E3"/>
          </a:solidFill>
          <a:ln xmlns:a="http://schemas.openxmlformats.org/drawingml/2006/main" w="12700" cap="flat" cmpd="sng">
            <a:solidFill>
              <a:srgbClr val="C8CDD7"/>
            </a:solidFill>
            <a:round/>
          </a:ln>
        </p:spPr>
      </p:cxnSp>
      <p:sp>
        <p:nvSpPr>
          <p:cNvPr id="5" name="Auto Shape 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1905000"/>
            <a:ext cx="45720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400" b="1" i="0" u="none" strike="noStrike" spc="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关键事实</a:t>
            </a:r>
          </a:p>
        </p:txBody>
      </p:sp>
      <p:sp>
        <p:nvSpPr>
          <p:cNvPr id="6" name="Auto Shape 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286000"/>
            <a:ext cx="4572000" cy="330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41667"/>
              </a:lnSpc>
            </a:pPr>
            <a:r>
              <a:rPr lang="en-US" sz="1300" b="0" i="0" u="none" strike="noStrike" spc="0">
                <a:solidFill>
                  <a:srgbClr val="354052"/>
                </a:solidFill>
                <a:latin typeface="Noto Sans SC"/>
                <a:ea typeface="Noto Sans SC"/>
                <a:cs typeface="Noto Sans SC"/>
                <a:sym typeface="Noto Sans SC"/>
              </a:rPr>
              <a:t>移植自 PA_Agent_616，界面用 React 重写</a:t>
            </a:r>
          </a:p>
          <a:p xmlns:a="http://schemas.openxmlformats.org/drawingml/2006/main">
            <a:pPr marL="0" marR="0" algn="l">
              <a:lnSpc>
                <a:spcPct val="141667"/>
              </a:lnSpc>
            </a:pPr>
            <a:r>
              <a:rPr lang="en-US" sz="1300" b="0" i="0" u="none" strike="noStrike" spc="0">
                <a:solidFill>
                  <a:srgbClr val="354052"/>
                </a:solidFill>
                <a:latin typeface="Noto Sans SC"/>
                <a:ea typeface="Noto Sans SC"/>
                <a:cs typeface="Noto Sans SC"/>
                <a:sym typeface="Noto Sans SC"/>
              </a:rPr>
              <a:t>对行情库 </a:t>
            </a:r>
            <a:r>
              <a:rPr lang="en-US" sz="1300" b="1" i="0" u="none" strike="noStrike" spc="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只读</a:t>
            </a:r>
            <a:r>
              <a:rPr lang="en-US" sz="1300" b="0" i="0" u="none" strike="noStrike" spc="0">
                <a:solidFill>
                  <a:srgbClr val="354052"/>
                </a:solidFill>
                <a:latin typeface="Noto Sans SC"/>
                <a:ea typeface="Noto Sans SC"/>
                <a:cs typeface="Noto Sans SC"/>
                <a:sym typeface="Noto Sans SC"/>
              </a:rPr>
              <a:t>，无写权限</a:t>
            </a:r>
          </a:p>
          <a:p xmlns:a="http://schemas.openxmlformats.org/drawingml/2006/main">
            <a:pPr marL="0" marR="0" algn="l">
              <a:lnSpc>
                <a:spcPct val="141667"/>
              </a:lnSpc>
            </a:pPr>
            <a:r>
              <a:rPr lang="en-US" sz="1300" b="0" i="0" u="none" strike="noStrike" spc="0">
                <a:solidFill>
                  <a:srgbClr val="354052"/>
                </a:solidFill>
                <a:latin typeface="Noto Sans SC"/>
                <a:ea typeface="Noto Sans SC"/>
                <a:cs typeface="Noto Sans SC"/>
                <a:sym typeface="Noto Sans SC"/>
              </a:rPr>
              <a:t>桌面端启动时拉起、退出时关闭</a:t>
            </a:r>
          </a:p>
          <a:p xmlns:a="http://schemas.openxmlformats.org/drawingml/2006/main">
            <a:pPr marL="0" marR="0" algn="l">
              <a:lnSpc>
                <a:spcPct val="141667"/>
              </a:lnSpc>
            </a:pPr>
            <a:r>
              <a:rPr lang="en-US" sz="1300" b="0" i="0" u="none" strike="noStrike" spc="0">
                <a:solidFill>
                  <a:srgbClr val="354052"/>
                </a:solidFill>
                <a:latin typeface="Noto Sans SC"/>
                <a:ea typeface="Noto Sans SC"/>
                <a:cs typeface="Noto Sans SC"/>
                <a:sym typeface="Noto Sans SC"/>
              </a:rPr>
              <a:t>端口 0 由系统分配，经端口文件回报</a:t>
            </a:r>
          </a:p>
          <a:p xmlns:a="http://schemas.openxmlformats.org/drawingml/2006/main">
            <a:pPr marL="0" marR="0" algn="l">
              <a:lnSpc>
                <a:spcPct val="141667"/>
              </a:lnSpc>
            </a:pPr>
            <a:r>
              <a:rPr lang="en-US" sz="1300" b="0" i="0" u="none" strike="noStrike" spc="0">
                <a:solidFill>
                  <a:srgbClr val="354052"/>
                </a:solidFill>
                <a:latin typeface="Noto Sans SC"/>
                <a:ea typeface="Noto Sans SC"/>
                <a:cs typeface="Noto Sans SC"/>
                <a:sym typeface="Noto Sans SC"/>
              </a:rPr>
              <a:t>大模型配置由桌面端按请求传入，服务端不存密钥</a:t>
            </a:r>
          </a:p>
          <a:p xmlns:a="http://schemas.openxmlformats.org/drawingml/2006/main">
            <a:pPr marL="0" marR="0" algn="l">
              <a:lnSpc>
                <a:spcPct val="141667"/>
              </a:lnSpc>
            </a:pPr>
            <a:r>
              <a:rPr lang="en-US" sz="1300" b="0" i="0" u="none" strike="noStrike" spc="0">
                <a:solidFill>
                  <a:srgbClr val="354052"/>
                </a:solidFill>
                <a:latin typeface="Noto Sans SC"/>
                <a:ea typeface="Noto Sans SC"/>
                <a:cs typeface="Noto Sans SC"/>
                <a:sym typeface="Noto Sans SC"/>
              </a:rPr>
              <a:t>SSE 流式：两阶段推理 token 逐字推送</a:t>
            </a:r>
          </a:p>
          <a:p xmlns:a="http://schemas.openxmlformats.org/drawingml/2006/main">
            <a:pPr marL="0" marR="0" algn="l">
              <a:lnSpc>
                <a:spcPct val="141667"/>
              </a:lnSpc>
            </a:pPr>
            <a:r>
              <a:rPr lang="en-US" sz="1300" b="0" i="0" u="none" strike="noStrike" spc="0">
                <a:solidFill>
                  <a:srgbClr val="354052"/>
                </a:solidFill>
                <a:latin typeface="Noto Sans SC"/>
                <a:ea typeface="Noto Sans SC"/>
                <a:cs typeface="Noto Sans SC"/>
                <a:sym typeface="Noto Sans SC"/>
              </a:rPr>
              <a:t>周期仅 1d / 1w / 1M</a:t>
            </a:r>
          </a:p>
        </p:txBody>
      </p:sp>
      <p:sp>
        <p:nvSpPr>
          <p:cNvPr id="7" name="Auto Shape 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05000"/>
            <a:ext cx="50800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400" b="1" i="0" u="none" strike="noStrike" spc="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运行环境自给（拷到没 Python 的电脑也能跑）</a:t>
            </a:r>
          </a:p>
        </p:txBody>
      </p:sp>
      <p:sp>
        <p:nvSpPr>
          <p:cNvPr id="8" name="Auto Shape 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13000"/>
            <a:ext cx="5080000" cy="558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563EB">
              <a:alpha val="10000"/>
            </a:srgbClr>
          </a:solidFill>
          <a:ln xmlns:a="http://schemas.openxmlformats.org/drawingml/2006/main" w="12700" cap="flat" cmpd="sng">
            <a:solidFill>
              <a:srgbClr val="2563EB"/>
            </a:solidFill>
            <a:round/>
          </a:ln>
        </p:spPr>
        <p:txBody>
          <a:bodyPr xmlns:a="http://schemas.openxmlformats.org/drawingml/2006/main" vert="horz" wrap="square" lIns="63500" tIns="63500" rIns="63500" bIns="63500" rtlCol="0" anchor="ctr">
            <a:noAutofit/>
          </a:bodyPr>
          <a:lstStyle xmlns:a="http://schemas.openxmlformats.org/drawingml/2006/main">
            <a:lvl1pPr algn="ctr"/>
          </a:lstStyle>
          <a:p xmlns:a="http://schemas.openxmlformats.org/drawingml/2006/main">
            <a:pPr marR="0" algn="ctr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9" name="Auto Shape 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9200" y="2514600"/>
            <a:ext cx="469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200" b="1" i="0" u="none" strike="noStrike" spc="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① 优先</a:t>
            </a:r>
            <a:r>
              <a:rPr lang="en-US" sz="1200" b="0" i="0" u="none" strike="noStrike" spc="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 自带 venv（userData/pa-agent-venv）</a:t>
            </a:r>
          </a:p>
        </p:txBody>
      </p:sp>
      <p:sp>
        <p:nvSpPr>
          <p:cNvPr id="10" name="Auto Shape 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24200"/>
            <a:ext cx="5080000" cy="558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563EB">
              <a:alpha val="10000"/>
            </a:srgbClr>
          </a:solidFill>
          <a:ln xmlns:a="http://schemas.openxmlformats.org/drawingml/2006/main" w="12700" cap="flat" cmpd="sng">
            <a:solidFill>
              <a:srgbClr val="2563EB"/>
            </a:solidFill>
            <a:round/>
          </a:ln>
        </p:spPr>
        <p:txBody>
          <a:bodyPr xmlns:a="http://schemas.openxmlformats.org/drawingml/2006/main" vert="horz" wrap="square" lIns="63500" tIns="63500" rIns="63500" bIns="63500" rtlCol="0" anchor="ctr">
            <a:noAutofit/>
          </a:bodyPr>
          <a:lstStyle xmlns:a="http://schemas.openxmlformats.org/drawingml/2006/main">
            <a:lvl1pPr algn="ctr"/>
          </a:lstStyle>
          <a:p xmlns:a="http://schemas.openxmlformats.org/drawingml/2006/main">
            <a:pPr marR="0" algn="ctr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11" name="Auto Shape 1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9200" y="3225800"/>
            <a:ext cx="469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200" b="1" i="0" u="none" strike="noStrike" spc="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② 否则</a:t>
            </a:r>
            <a:r>
              <a:rPr lang="en-US" sz="1200" b="0" i="0" u="none" strike="noStrike" spc="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 找本机 Python 建 venv（pip 清华源）</a:t>
            </a:r>
          </a:p>
        </p:txBody>
      </p:sp>
      <p:sp>
        <p:nvSpPr>
          <p:cNvPr id="12" name="Auto Shape 1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35400"/>
            <a:ext cx="5080000" cy="558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D1326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63500" tIns="63500" rIns="63500" bIns="63500" rtlCol="0" anchor="ctr">
            <a:noAutofit/>
          </a:bodyPr>
          <a:lstStyle xmlns:a="http://schemas.openxmlformats.org/drawingml/2006/main">
            <a:lvl1pPr algn="ctr"/>
          </a:lstStyle>
          <a:p xmlns:a="http://schemas.openxmlformats.org/drawingml/2006/main">
            <a:pPr marR="0" algn="ctr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13" name="Auto Shape 1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9200" y="3937000"/>
            <a:ext cx="469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200" b="1" i="0" u="none" strike="noStrike" spc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③ 都没有</a:t>
            </a:r>
            <a:r>
              <a:rPr lang="en-US" sz="1200" b="0" i="0" u="none" strike="noStrike" spc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 下载独立 CPython（约 21MB）</a:t>
            </a:r>
          </a:p>
        </p:txBody>
      </p:sp>
      <p:sp>
        <p:nvSpPr>
          <p:cNvPr id="14" name="Auto Shape 1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72000"/>
            <a:ext cx="5080000" cy="1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33333"/>
              </a:lnSpc>
            </a:pPr>
            <a:r>
              <a:rPr lang="en-US" sz="1100" b="0" i="0" u="none" strike="noStrike" spc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独立 CPython 走 ghproxy 代理优先，官方兜底</a:t>
            </a:r>
          </a:p>
          <a:p xmlns:a="http://schemas.openxmlformats.org/drawingml/2006/main">
            <a:pPr marL="0" marR="0" algn="l">
              <a:lnSpc>
                <a:spcPct val="133333"/>
              </a:lnSpc>
            </a:pPr>
            <a:r>
              <a:rPr lang="en-US" sz="1100" b="0" i="0" u="none" strike="noStrike" spc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解压必须用 System32\tar.exe（Git GNU tar 会把 C:\ 当主机名）</a:t>
            </a:r>
          </a:p>
          <a:p xmlns:a="http://schemas.openxmlformats.org/drawingml/2006/main">
            <a:pPr marL="0" marR="0" algn="l">
              <a:lnSpc>
                <a:spcPct val="133333"/>
              </a:lnSpc>
            </a:pPr>
            <a:r>
              <a:rPr lang="en-US" sz="1100" b="0" i="0" u="none" strike="noStrike" spc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日志落盘滚动 2MB×3，健康检查失败原因翻译给用户</a:t>
            </a:r>
          </a:p>
        </p:txBody>
      </p:sp>
      <p:sp>
        <p:nvSpPr>
          <p:cNvPr id="15" name="Auto Shape 1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6223000"/>
            <a:ext cx="1016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000" b="0" i="0" u="none" strike="noStrike" spc="0">
                <a:solidFill>
                  <a:srgbClr val="788291"/>
                </a:solidFill>
                <a:latin typeface="Noto Sans SC"/>
                <a:ea typeface="Noto Sans SC"/>
                <a:cs typeface="Noto Sans SC"/>
                <a:sym typeface="Noto Sans SC"/>
              </a:rPr>
              <a:t>来源：apps/desktop/CLAUDE.md · PA_AGENT_PORT=0 自动端口 · SSE 事件：started / stage1_reasoning / stage2_content / done</a:t>
            </a:r>
          </a:p>
        </p:txBody>
      </p:sp>
    </p:spTree>
  </p:cSld>
  <p:clrMapOvr>
    <a:masterClrMapping xmlns:a="http://schemas.openxmlformats.org/drawingml/2006/main"/>
  </p:clrMapOvr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2F4F8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Auto Shape 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609600"/>
            <a:ext cx="101600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200" b="0" i="0" u="none" strike="noStrike" spc="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06 · 数据层</a:t>
            </a:r>
          </a:p>
        </p:txBody>
      </p:sp>
      <p:sp>
        <p:nvSpPr>
          <p:cNvPr id="3" name="Auto Shape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965200"/>
            <a:ext cx="1016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2800" b="1" i="0" u="none" strike="noStrike" spc="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三个 SQLite 文件：一个权威行情库 + 两个业务库</a:t>
            </a:r>
          </a:p>
        </p:txBody>
      </p:sp>
      <p:cxnSp>
        <p:nvCxnSpPr>
          <p:cNvPr id="4" name="Connector"/>
          <p:cNvCxnSpPr/>
          <p:nvPr/>
        </p:nvCxnSpPr>
        <p:spPr>
          <a:xfrm xmlns:a="http://schemas.openxmlformats.org/drawingml/2006/main" rot="-4297">
            <a:off x="1016004" y="1644650"/>
            <a:ext cx="10160000" cy="12700"/>
          </a:xfrm>
          <a:prstGeom xmlns:a="http://schemas.openxmlformats.org/drawingml/2006/main" prst="straightConnector1">
            <a:avLst/>
          </a:prstGeom>
          <a:solidFill xmlns:a="http://schemas.openxmlformats.org/drawingml/2006/main">
            <a:srgbClr val="DEE0E3"/>
          </a:solidFill>
          <a:ln xmlns:a="http://schemas.openxmlformats.org/drawingml/2006/main" w="12700" cap="flat" cmpd="sng">
            <a:solidFill>
              <a:srgbClr val="C8CDD7"/>
            </a:solidFill>
            <a:round/>
          </a:ln>
        </p:spPr>
      </p:cxnSp>
      <p:graphicFrame>
        <p:nvGraphicFramePr>
          <p:cNvPr id="5" name="Table"/>
          <p:cNvGraphicFramePr/>
          <p:nvPr/>
        </p:nvGraphicFramePr>
        <p:xfrm>
          <a:off xmlns:a="http://schemas.openxmlformats.org/drawingml/2006/main" x="1016000" y="1905000"/>
          <a:ext xmlns:a="http://schemas.openxmlformats.org/drawingml/2006/main" cx="10160000" cy="254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05000"/>
                <a:gridCol w="2540000"/>
                <a:gridCol w="1651000"/>
                <a:gridCol w="4064000"/>
              </a:tblGrid>
              <a:tr h="4318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</a:pPr>
                      <a:r>
                        <a:rPr lang="en-US" sz="1200" b="1" i="0" u="none" strike="noStrike" spc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库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</a:pPr>
                      <a:r>
                        <a:rPr lang="en-US" sz="1200" b="1" i="0" u="none" strike="noStrike" spc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位置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</a:pPr>
                      <a:r>
                        <a:rPr lang="en-US" sz="1200" b="1" i="0" u="none" strike="noStrike" spc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客户端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</a:pPr>
                      <a:r>
                        <a:rPr lang="en-US" sz="1200" b="1" i="0" u="none" strike="noStrike" spc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内容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</a:pPr>
                      <a:r>
                        <a:rPr lang="en-US" sz="1100" b="1" i="0" u="none" strike="noStrike" spc="0">
                          <a:solidFill>
                            <a:srgbClr val="2563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行情库（权威）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</a:pPr>
                      <a:r>
                        <a:rPr lang="en-US" sz="10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data/market/stock_data.db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</a:pPr>
                      <a:r>
                        <a:rPr lang="en-US" sz="10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三组件共享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</a:pPr>
                      <a:r>
                        <a:rPr lang="en-US" sz="10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stocks、stock_daily（约 1850 万行 bfq）、trade_calendar、index_daily、分时、分钟 K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985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</a:pPr>
                      <a:r>
                        <a:rPr lang="en-US" sz="11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桌面业务库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</a:pPr>
                      <a:r>
                        <a:rPr lang="en-US" sz="10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userData/localstock.db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</a:pPr>
                      <a:r>
                        <a:rPr lang="en-US" sz="10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仅桌面主进程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</a:pPr>
                      <a:r>
                        <a:rPr lang="en-US" sz="10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自选、设置、K 线缓存、画线与历史、预警、AI 审计、选股、监盘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112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</a:pPr>
                      <a:r>
                        <a:rPr lang="en-US" sz="11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聚宽业务库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</a:pPr>
                      <a:r>
                        <a:rPr lang="en-US" sz="10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backtest.db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</a:pPr>
                      <a:r>
                        <a:rPr lang="en-US" sz="10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仅聚宽服务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</a:pPr>
                      <a:r>
                        <a:rPr lang="en-US" sz="10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用户、策略代码、回测记录、逐日净值、成交、持仓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Auto Shape 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699000"/>
            <a:ext cx="101600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400" b="1" i="0" u="none" strike="noStrike" spc="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行情库路径解析优先级（设置页可切换，立即生效）</a:t>
            </a:r>
          </a:p>
        </p:txBody>
      </p:sp>
      <p:sp>
        <p:nvSpPr>
          <p:cNvPr id="7" name="Auto Shape 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5080000"/>
            <a:ext cx="10160000" cy="10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41667"/>
              </a:lnSpc>
            </a:pPr>
            <a:r>
              <a:rPr lang="en-US" sz="1200" b="0" i="0" u="none" strike="noStrike" spc="0">
                <a:solidFill>
                  <a:srgbClr val="354052"/>
                </a:solidFill>
                <a:latin typeface="Noto Sans SC"/>
                <a:ea typeface="Noto Sans SC"/>
                <a:cs typeface="Noto Sans SC"/>
                <a:sym typeface="Noto Sans SC"/>
              </a:rPr>
              <a:t>设置 marketDbPath（界面显式选定） → 环境变量 LOCALSTOCK_MARKET_DB</a:t>
            </a:r>
          </a:p>
          <a:p xmlns:a="http://schemas.openxmlformats.org/drawingml/2006/main">
            <a:pPr marL="0" marR="0" algn="l">
              <a:lnSpc>
                <a:spcPct val="141667"/>
              </a:lnSpc>
            </a:pPr>
            <a:r>
              <a:rPr lang="en-US" sz="1200" b="0" i="0" u="none" strike="noStrike" spc="0">
                <a:solidFill>
                  <a:srgbClr val="354052"/>
                </a:solidFill>
                <a:latin typeface="Noto Sans SC"/>
                <a:ea typeface="Noto Sans SC"/>
                <a:cs typeface="Noto Sans SC"/>
                <a:sym typeface="Noto Sans SC"/>
              </a:rPr>
              <a:t>→ 便携包同目录 data/ → exe 同目录 data/ → userData/stock_data.db</a:t>
            </a:r>
          </a:p>
        </p:txBody>
      </p:sp>
    </p:spTree>
  </p:cSld>
  <p:clrMapOvr>
    <a:masterClrMapping xmlns:a="http://schemas.openxmlformats.org/drawingml/2006/main"/>
  </p:clrMapOvr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2F4F8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Auto Shape 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609600"/>
            <a:ext cx="101600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200" b="0" i="0" u="none" strike="noStrike" spc="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07 · 行情获取</a:t>
            </a:r>
          </a:p>
        </p:txBody>
      </p:sp>
      <p:sp>
        <p:nvSpPr>
          <p:cNvPr id="3" name="Auto Shape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965200"/>
            <a:ext cx="1016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2800" b="1" i="0" u="none" strike="noStrike" spc="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实时行情：本地优先 + 东财 / 腾讯 / 新浪多源回退</a:t>
            </a:r>
          </a:p>
        </p:txBody>
      </p:sp>
      <p:cxnSp>
        <p:nvCxnSpPr>
          <p:cNvPr id="4" name="Connector"/>
          <p:cNvCxnSpPr/>
          <p:nvPr/>
        </p:nvCxnSpPr>
        <p:spPr>
          <a:xfrm xmlns:a="http://schemas.openxmlformats.org/drawingml/2006/main" rot="-4297">
            <a:off x="1016004" y="1644650"/>
            <a:ext cx="10160000" cy="12700"/>
          </a:xfrm>
          <a:prstGeom xmlns:a="http://schemas.openxmlformats.org/drawingml/2006/main" prst="straightConnector1">
            <a:avLst/>
          </a:prstGeom>
          <a:solidFill xmlns:a="http://schemas.openxmlformats.org/drawingml/2006/main">
            <a:srgbClr val="DEE0E3"/>
          </a:solidFill>
          <a:ln xmlns:a="http://schemas.openxmlformats.org/drawingml/2006/main" w="12700" cap="flat" cmpd="sng">
            <a:solidFill>
              <a:srgbClr val="C8CDD7"/>
            </a:solidFill>
            <a:round/>
          </a:ln>
        </p:spPr>
      </p:cxnSp>
      <p:graphicFrame>
        <p:nvGraphicFramePr>
          <p:cNvPr id="5" name="Table"/>
          <p:cNvGraphicFramePr/>
          <p:nvPr/>
        </p:nvGraphicFramePr>
        <p:xfrm>
          <a:off xmlns:a="http://schemas.openxmlformats.org/drawingml/2006/main" x="1016000" y="1905000"/>
          <a:ext xmlns:a="http://schemas.openxmlformats.org/drawingml/2006/main" cx="10160000" cy="3657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05000"/>
                <a:gridCol w="8255000"/>
              </a:tblGrid>
              <a:tr h="4572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</a:pPr>
                      <a:r>
                        <a:rPr lang="en-US" sz="1200" b="1" i="0" u="none" strike="noStrike" spc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数据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</a:pPr>
                      <a:r>
                        <a:rPr lang="en-US" sz="1200" b="1" i="0" u="none" strike="noStrike" spc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优先级链（从左到右依次回退）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</a:pPr>
                      <a:r>
                        <a:rPr lang="en-US" sz="11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实时快照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</a:pPr>
                      <a:r>
                        <a:rPr lang="en-US" sz="11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东财 push2 -&gt; 腾讯 qt.gtimg.cn（GBK，60s 冷却）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</a:pPr>
                      <a:r>
                        <a:rPr lang="en-US" sz="11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日 / 周 / 月 / 季 K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</a:pPr>
                      <a:r>
                        <a:rPr lang="en-US" sz="11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本地 stock_daily -&gt; kline_cache（TTL） -&gt; 东财 push2his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</a:pPr>
                      <a:r>
                        <a:rPr lang="en-US" sz="11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分钟 K（1/5/15/30/60/120）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</a:pPr>
                      <a:r>
                        <a:rPr lang="en-US" sz="11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新浪 getKLineData -&gt; 腾讯 mkline（120 由 60 两两聚合）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</a:pPr>
                      <a:r>
                        <a:rPr lang="en-US" sz="11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分时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</a:pPr>
                      <a:r>
                        <a:rPr lang="en-US" sz="11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60s 缓存 -&gt; 本地 stock_minute -&gt; 新浪 scale=1 -&gt; 东财 trends2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</a:pPr>
                      <a:r>
                        <a:rPr lang="en-US" sz="11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盘口五档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</a:pPr>
                      <a:r>
                        <a:rPr lang="en-US" sz="11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仅腾讯（GBK，iconv-lite 解码）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</a:pPr>
                      <a:r>
                        <a:rPr lang="en-US" sz="11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搜索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</a:pPr>
                      <a:r>
                        <a:rPr lang="en-US" sz="1100" b="0" i="0" u="none" strike="noStrike" spc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东财 searchapi（过滤 AStock）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Auto Shape 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5715000"/>
            <a:ext cx="10160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100" b="0" i="0" u="none" strike="noStrike" spc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所有出站请求过全局串行 Limiter（250ms 最小间隔，队列超 200 丢最旧）；东财分钟 / 季 K 不可靠，分钟走新浪 / 腾讯，季 K 走本地日线聚合。</a:t>
            </a:r>
          </a:p>
        </p:txBody>
      </p:sp>
    </p:spTree>
  </p:cSld>
  <p:clrMapOvr>
    <a:masterClrMapping xmlns:a="http://schemas.openxmlformats.org/drawingml/2006/main"/>
  </p:clrMapOvr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2F4F8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Auto Shape 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609600"/>
            <a:ext cx="101600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200" b="0" i="0" u="none" strike="noStrike" spc="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08 · 桌面端功能</a:t>
            </a:r>
          </a:p>
        </p:txBody>
      </p:sp>
      <p:sp>
        <p:nvSpPr>
          <p:cNvPr id="3" name="Auto Shape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965200"/>
            <a:ext cx="1016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2800" b="1" i="0" u="none" strike="noStrike" spc="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桌面端 12 个模块：从行情浏览到 AI 决策闭环</a:t>
            </a:r>
          </a:p>
        </p:txBody>
      </p:sp>
      <p:cxnSp>
        <p:nvCxnSpPr>
          <p:cNvPr id="4" name="Connector"/>
          <p:cNvCxnSpPr/>
          <p:nvPr/>
        </p:nvCxnSpPr>
        <p:spPr>
          <a:xfrm xmlns:a="http://schemas.openxmlformats.org/drawingml/2006/main" rot="-4297">
            <a:off x="1016004" y="1644650"/>
            <a:ext cx="10160000" cy="12700"/>
          </a:xfrm>
          <a:prstGeom xmlns:a="http://schemas.openxmlformats.org/drawingml/2006/main" prst="straightConnector1">
            <a:avLst/>
          </a:prstGeom>
          <a:solidFill xmlns:a="http://schemas.openxmlformats.org/drawingml/2006/main">
            <a:srgbClr val="DEE0E3"/>
          </a:solidFill>
          <a:ln xmlns:a="http://schemas.openxmlformats.org/drawingml/2006/main" w="12700" cap="flat" cmpd="sng">
            <a:solidFill>
              <a:srgbClr val="C8CDD7"/>
            </a:solidFill>
            <a:round/>
          </a:ln>
        </p:spPr>
      </p:cxnSp>
      <p:sp>
        <p:nvSpPr>
          <p:cNvPr id="5" name="Auto Shape 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19050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400" b="1" i="0" u="none" strike="noStrike" spc="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·</a:t>
            </a:r>
            <a:r>
              <a:rPr lang="en-US" sz="1400" b="1" i="0" u="none" strike="noStrike" spc="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 行情浏览</a:t>
            </a:r>
          </a:p>
        </p:txBody>
      </p:sp>
      <p:sp>
        <p:nvSpPr>
          <p:cNvPr id="6" name="Auto Shape 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000" y="2286000"/>
            <a:ext cx="4572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33333"/>
              </a:lnSpc>
            </a:pPr>
            <a:r>
              <a:rPr lang="en-US" sz="1200" b="0" i="0" u="none" strike="noStrike" spc="0">
                <a:solidFill>
                  <a:srgbClr val="354052"/>
                </a:solidFill>
                <a:latin typeface="Noto Sans SC"/>
                <a:ea typeface="Noto Sans SC"/>
                <a:cs typeface="Noto Sans SC"/>
                <a:sym typeface="Noto Sans SC"/>
              </a:rPr>
              <a:t>自选股 / 指数栏：行情快照按订阅广播</a:t>
            </a:r>
          </a:p>
          <a:p xmlns:a="http://schemas.openxmlformats.org/drawingml/2006/main">
            <a:pPr marL="0" marR="0" algn="l">
              <a:lnSpc>
                <a:spcPct val="133333"/>
              </a:lnSpc>
            </a:pPr>
            <a:r>
              <a:rPr lang="en-US" sz="1200" b="0" i="0" u="none" strike="noStrike" spc="0">
                <a:solidFill>
                  <a:srgbClr val="354052"/>
                </a:solidFill>
                <a:latin typeface="Noto Sans SC"/>
                <a:ea typeface="Noto Sans SC"/>
                <a:cs typeface="Noto Sans SC"/>
                <a:sym typeface="Noto Sans SC"/>
              </a:rPr>
              <a:t>K 线图：蜡烛 + MA + 成交量，双 grid 联动</a:t>
            </a:r>
          </a:p>
          <a:p xmlns:a="http://schemas.openxmlformats.org/drawingml/2006/main">
            <a:pPr marL="0" marR="0" algn="l">
              <a:lnSpc>
                <a:spcPct val="133333"/>
              </a:lnSpc>
            </a:pPr>
            <a:r>
              <a:rPr lang="en-US" sz="1200" b="0" i="0" u="none" strike="noStrike" spc="0">
                <a:solidFill>
                  <a:srgbClr val="354052"/>
                </a:solidFill>
                <a:latin typeface="Noto Sans SC"/>
                <a:ea typeface="Noto Sans SC"/>
                <a:cs typeface="Noto Sans SC"/>
                <a:sym typeface="Noto Sans SC"/>
              </a:rPr>
              <a:t>分时图：价格线 + 均价线 + 昨收 markLine</a:t>
            </a:r>
          </a:p>
          <a:p xmlns:a="http://schemas.openxmlformats.org/drawingml/2006/main">
            <a:pPr marL="0" marR="0" algn="l">
              <a:lnSpc>
                <a:spcPct val="133333"/>
              </a:lnSpc>
            </a:pPr>
            <a:r>
              <a:rPr lang="en-US" sz="1200" b="0" i="0" u="none" strike="noStrike" spc="0">
                <a:solidFill>
                  <a:srgbClr val="354052"/>
                </a:solidFill>
                <a:latin typeface="Noto Sans SC"/>
                <a:ea typeface="Noto Sans SC"/>
                <a:cs typeface="Noto Sans SC"/>
                <a:sym typeface="Noto Sans SC"/>
              </a:rPr>
              <a:t>盘口五档 / 搜索（东财 searchapi）</a:t>
            </a:r>
          </a:p>
        </p:txBody>
      </p:sp>
      <p:sp>
        <p:nvSpPr>
          <p:cNvPr id="7" name="Auto Shape 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39370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400" b="1" i="0" u="none" strike="noStrike" spc="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·</a:t>
            </a:r>
            <a:r>
              <a:rPr lang="en-US" sz="1400" b="1" i="0" u="none" strike="noStrike" spc="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 画线与回测</a:t>
            </a:r>
          </a:p>
        </p:txBody>
      </p:sp>
      <p:sp>
        <p:nvSpPr>
          <p:cNvPr id="8" name="Auto Shape 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000" y="4318000"/>
            <a:ext cx="4572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33333"/>
              </a:lnSpc>
            </a:pPr>
            <a:r>
              <a:rPr lang="en-US" sz="1200" b="0" i="0" u="none" strike="noStrike" spc="0">
                <a:solidFill>
                  <a:srgbClr val="354052"/>
                </a:solidFill>
                <a:latin typeface="Noto Sans SC"/>
                <a:ea typeface="Noto Sans SC"/>
                <a:cs typeface="Noto Sans SC"/>
                <a:sym typeface="Noto Sans SC"/>
              </a:rPr>
              <a:t>K 线画线：手绘 + Python 算法 + 100 版历史</a:t>
            </a:r>
          </a:p>
          <a:p xmlns:a="http://schemas.openxmlformats.org/drawingml/2006/main">
            <a:pPr marL="0" marR="0" algn="l">
              <a:lnSpc>
                <a:spcPct val="133333"/>
              </a:lnSpc>
            </a:pPr>
            <a:r>
              <a:rPr lang="en-US" sz="1200" b="0" i="0" u="none" strike="noStrike" spc="0">
                <a:solidFill>
                  <a:srgbClr val="354052"/>
                </a:solidFill>
                <a:latin typeface="Noto Sans SC"/>
                <a:ea typeface="Noto Sans SC"/>
                <a:cs typeface="Noto Sans SC"/>
                <a:sym typeface="Noto Sans SC"/>
              </a:rPr>
              <a:t>量化回测：模板 + CodeMirror 编辑策略</a:t>
            </a:r>
          </a:p>
          <a:p xmlns:a="http://schemas.openxmlformats.org/drawingml/2006/main">
            <a:pPr marL="0" marR="0" algn="l">
              <a:lnSpc>
                <a:spcPct val="133333"/>
              </a:lnSpc>
            </a:pPr>
            <a:r>
              <a:rPr lang="en-US" sz="1200" b="0" i="0" u="none" strike="noStrike" spc="0">
                <a:solidFill>
                  <a:srgbClr val="354052"/>
                </a:solidFill>
                <a:latin typeface="Noto Sans SC"/>
                <a:ea typeface="Noto Sans SC"/>
                <a:cs typeface="Noto Sans SC"/>
                <a:sym typeface="Noto Sans SC"/>
              </a:rPr>
              <a:t>策略模板：买入持有 / 双均线 / 布林 / 海龟</a:t>
            </a:r>
          </a:p>
        </p:txBody>
      </p:sp>
      <p:sp>
        <p:nvSpPr>
          <p:cNvPr id="9" name="Auto Shape 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0" y="19050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400" b="1" i="0" u="none" strike="noStrike" spc="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·</a:t>
            </a:r>
            <a:r>
              <a:rPr lang="en-US" sz="1400" b="1" i="0" u="none" strike="noStrike" spc="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 AI 与决策</a:t>
            </a:r>
          </a:p>
        </p:txBody>
      </p:sp>
      <p:sp>
        <p:nvSpPr>
          <p:cNvPr id="10" name="Auto Shape 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2286000"/>
            <a:ext cx="4572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33333"/>
              </a:lnSpc>
            </a:pPr>
            <a:r>
              <a:rPr lang="en-US" sz="1200" b="0" i="0" u="none" strike="noStrike" spc="0">
                <a:solidFill>
                  <a:srgbClr val="354052"/>
                </a:solidFill>
                <a:latin typeface="Noto Sans SC"/>
                <a:ea typeface="Noto Sans SC"/>
                <a:cs typeface="Noto Sans SC"/>
                <a:sym typeface="Noto Sans SC"/>
              </a:rPr>
              <a:t>AI 助手：Agent 工具循环 + 写审计 + 一键回滚</a:t>
            </a:r>
          </a:p>
          <a:p xmlns:a="http://schemas.openxmlformats.org/drawingml/2006/main">
            <a:pPr marL="0" marR="0" algn="l">
              <a:lnSpc>
                <a:spcPct val="133333"/>
              </a:lnSpc>
            </a:pPr>
            <a:r>
              <a:rPr lang="en-US" sz="1200" b="0" i="0" u="none" strike="noStrike" spc="0">
                <a:solidFill>
                  <a:srgbClr val="354052"/>
                </a:solidFill>
                <a:latin typeface="Noto Sans SC"/>
                <a:ea typeface="Noto Sans SC"/>
                <a:cs typeface="Noto Sans SC"/>
                <a:sym typeface="Noto Sans SC"/>
              </a:rPr>
              <a:t>自动选股：sqlite-worker 扫描，结果入库</a:t>
            </a:r>
          </a:p>
          <a:p xmlns:a="http://schemas.openxmlformats.org/drawingml/2006/main">
            <a:pPr marL="0" marR="0" algn="l">
              <a:lnSpc>
                <a:spcPct val="133333"/>
              </a:lnSpc>
            </a:pPr>
            <a:r>
              <a:rPr lang="en-US" sz="1200" b="0" i="0" u="none" strike="noStrike" spc="0">
                <a:solidFill>
                  <a:srgbClr val="354052"/>
                </a:solidFill>
                <a:latin typeface="Noto Sans SC"/>
                <a:ea typeface="Noto Sans SC"/>
                <a:cs typeface="Noto Sans SC"/>
                <a:sym typeface="Noto Sans SC"/>
              </a:rPr>
              <a:t>实时监盘：行情入库 + AI 预测 + 命中率</a:t>
            </a:r>
          </a:p>
          <a:p xmlns:a="http://schemas.openxmlformats.org/drawingml/2006/main">
            <a:pPr marL="0" marR="0" algn="l">
              <a:lnSpc>
                <a:spcPct val="133333"/>
              </a:lnSpc>
            </a:pPr>
            <a:r>
              <a:rPr lang="en-US" sz="1200" b="0" i="0" u="none" strike="noStrike" spc="0">
                <a:solidFill>
                  <a:srgbClr val="354052"/>
                </a:solidFill>
                <a:latin typeface="Noto Sans SC"/>
                <a:ea typeface="Noto Sans SC"/>
                <a:cs typeface="Noto Sans SC"/>
                <a:sym typeface="Noto Sans SC"/>
              </a:rPr>
              <a:t>分时 AI 画线：分时图标注与预测</a:t>
            </a:r>
          </a:p>
        </p:txBody>
      </p:sp>
      <p:sp>
        <p:nvSpPr>
          <p:cNvPr id="11" name="Auto Shape 1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0" y="39370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400" b="1" i="0" u="none" strike="noStrike" spc="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·</a:t>
            </a:r>
            <a:r>
              <a:rPr lang="en-US" sz="1400" b="1" i="0" u="none" strike="noStrike" spc="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 价格行为 AI</a:t>
            </a:r>
          </a:p>
        </p:txBody>
      </p:sp>
      <p:sp>
        <p:nvSpPr>
          <p:cNvPr id="12" name="Auto Shape 1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4318000"/>
            <a:ext cx="4572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33333"/>
              </a:lnSpc>
            </a:pPr>
            <a:r>
              <a:rPr lang="en-US" sz="1200" b="0" i="0" u="none" strike="noStrike" spc="0">
                <a:solidFill>
                  <a:srgbClr val="354052"/>
                </a:solidFill>
                <a:latin typeface="Noto Sans SC"/>
                <a:ea typeface="Noto Sans SC"/>
                <a:cs typeface="Noto Sans SC"/>
                <a:sym typeface="Noto Sans SC"/>
              </a:rPr>
              <a:t>侧边栏「价格行为 AI」入口，两阶段推理</a:t>
            </a:r>
          </a:p>
          <a:p xmlns:a="http://schemas.openxmlformats.org/drawingml/2006/main">
            <a:pPr marL="0" marR="0" algn="l">
              <a:lnSpc>
                <a:spcPct val="133333"/>
              </a:lnSpc>
            </a:pPr>
            <a:r>
              <a:rPr lang="en-US" sz="1200" b="0" i="0" u="none" strike="noStrike" spc="0">
                <a:solidFill>
                  <a:srgbClr val="354052"/>
                </a:solidFill>
                <a:latin typeface="Noto Sans SC"/>
                <a:ea typeface="Noto Sans SC"/>
                <a:cs typeface="Noto Sans SC"/>
                <a:sym typeface="Noto Sans SC"/>
              </a:rPr>
              <a:t>SSE 流式 token 逐字推送，不设总超时</a:t>
            </a:r>
          </a:p>
          <a:p xmlns:a="http://schemas.openxmlformats.org/drawingml/2006/main">
            <a:pPr marL="0" marR="0" algn="l">
              <a:lnSpc>
                <a:spcPct val="133333"/>
              </a:lnSpc>
            </a:pPr>
            <a:r>
              <a:rPr lang="en-US" sz="1200" b="0" i="0" u="none" strike="noStrike" spc="0">
                <a:solidFill>
                  <a:srgbClr val="354052"/>
                </a:solidFill>
                <a:latin typeface="Noto Sans SC"/>
                <a:ea typeface="Noto Sans SC"/>
                <a:cs typeface="Noto Sans SC"/>
                <a:sym typeface="Noto Sans SC"/>
              </a:rPr>
              <a:t>周期 1d / 1w / 1M，60 或 100 根 K 线上下文</a:t>
            </a:r>
          </a:p>
          <a:p xmlns:a="http://schemas.openxmlformats.org/drawingml/2006/main">
            <a:pPr marL="0" marR="0" algn="l">
              <a:lnSpc>
                <a:spcPct val="133333"/>
              </a:lnSpc>
            </a:pPr>
            <a:r>
              <a:rPr lang="en-US" sz="1200" b="0" i="0" u="none" strike="noStrike" spc="0">
                <a:solidFill>
                  <a:srgbClr val="354052"/>
                </a:solidFill>
                <a:latin typeface="Noto Sans SC"/>
                <a:ea typeface="Noto Sans SC"/>
                <a:cs typeface="Noto Sans SC"/>
                <a:sym typeface="Noto Sans SC"/>
              </a:rPr>
              <a:t>浮窗管理：多窗口视图切换</a:t>
            </a:r>
          </a:p>
        </p:txBody>
      </p:sp>
      <p:sp>
        <p:nvSpPr>
          <p:cNvPr id="13" name="Auto Shape 1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6223000"/>
            <a:ext cx="1016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000" b="0" i="0" u="none" strike="noStrike" spc="0">
                <a:solidFill>
                  <a:srgbClr val="788291"/>
                </a:solidFill>
                <a:latin typeface="Noto Sans SC"/>
                <a:ea typeface="Noto Sans SC"/>
                <a:cs typeface="Noto Sans SC"/>
                <a:sym typeface="Noto Sans SC"/>
              </a:rPr>
              <a:t>来源：apps/desktop/CLAUDE.md · IPC 频道 market:* / ai:* / selection:* / monitor:* / pa:*</a:t>
            </a:r>
          </a:p>
        </p:txBody>
      </p:sp>
    </p:spTree>
  </p:cSld>
  <p:clrMapOvr>
    <a:masterClrMapping xmlns:a="http://schemas.openxmlformats.org/drawingml/2006/main"/>
  </p:clrMapOvr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2F4F8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Auto Shape 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609600"/>
            <a:ext cx="101600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200" b="0" i="0" u="none" strike="noStrike" spc="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09 · 快速启动</a:t>
            </a:r>
          </a:p>
        </p:txBody>
      </p:sp>
      <p:sp>
        <p:nvSpPr>
          <p:cNvPr id="3" name="Auto Shape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965200"/>
            <a:ext cx="1016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2800" b="1" i="0" u="none" strike="noStrike" spc="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三步启动：装依赖、验工作区、起全部服务</a:t>
            </a:r>
          </a:p>
        </p:txBody>
      </p:sp>
      <p:cxnSp>
        <p:nvCxnSpPr>
          <p:cNvPr id="4" name="Connector"/>
          <p:cNvCxnSpPr/>
          <p:nvPr/>
        </p:nvCxnSpPr>
        <p:spPr>
          <a:xfrm xmlns:a="http://schemas.openxmlformats.org/drawingml/2006/main" rot="-4297">
            <a:off x="1016004" y="1644650"/>
            <a:ext cx="10160000" cy="12700"/>
          </a:xfrm>
          <a:prstGeom xmlns:a="http://schemas.openxmlformats.org/drawingml/2006/main" prst="straightConnector1">
            <a:avLst/>
          </a:prstGeom>
          <a:solidFill xmlns:a="http://schemas.openxmlformats.org/drawingml/2006/main">
            <a:srgbClr val="DEE0E3"/>
          </a:solidFill>
          <a:ln xmlns:a="http://schemas.openxmlformats.org/drawingml/2006/main" w="12700" cap="flat" cmpd="sng">
            <a:solidFill>
              <a:srgbClr val="C8CDD7"/>
            </a:solidFill>
            <a:round/>
          </a:ln>
        </p:spPr>
      </p:cxnSp>
      <p:sp>
        <p:nvSpPr>
          <p:cNvPr id="5" name="Auto Shape 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1905000"/>
            <a:ext cx="101600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400" b="1" i="0" u="none" strike="noStrike" spc="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环境要求</a:t>
            </a:r>
          </a:p>
        </p:txBody>
      </p:sp>
      <p:sp>
        <p:nvSpPr>
          <p:cNvPr id="6" name="Auto Shape 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260600"/>
            <a:ext cx="101600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200" b="0" i="0" u="none" strike="noStrike" spc="0">
                <a:solidFill>
                  <a:srgbClr val="354052"/>
                </a:solidFill>
                <a:latin typeface="Noto Sans SC"/>
                <a:ea typeface="Noto Sans SC"/>
                <a:cs typeface="Noto Sans SC"/>
                <a:sym typeface="Noto Sans SC"/>
              </a:rPr>
              <a:t>Windows · Node.js · Python 3.9+（akshare / pandas） · 数据同步脚本需系统 Python 3.11</a:t>
            </a:r>
          </a:p>
        </p:txBody>
      </p:sp>
      <p:sp>
        <p:nvSpPr>
          <p:cNvPr id="7" name="Auto Shape 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794000"/>
            <a:ext cx="10160000" cy="2286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D1326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63500" tIns="63500" rIns="63500" bIns="63500" rtlCol="0" anchor="ctr">
            <a:noAutofit/>
          </a:bodyPr>
          <a:lstStyle xmlns:a="http://schemas.openxmlformats.org/drawingml/2006/main">
            <a:lvl1pPr algn="ctr"/>
          </a:lstStyle>
          <a:p xmlns:a="http://schemas.openxmlformats.org/drawingml/2006/main">
            <a:pPr marR="0" algn="ctr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8" name="Auto Shape 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000" y="2997200"/>
            <a:ext cx="9652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41667"/>
              </a:lnSpc>
            </a:pPr>
            <a:r>
              <a:rPr lang="en-US" sz="1200" b="0" i="0" u="none" strike="noStrike" spc="0">
                <a:solidFill>
                  <a:srgbClr val="BFD7FF"/>
                </a:solidFill>
                <a:latin typeface="Roboto Mono"/>
                <a:ea typeface="Roboto Mono"/>
                <a:cs typeface="Roboto Mono"/>
                <a:sym typeface="Roboto Mono"/>
              </a:rPr>
              <a:t># 一键启动</a:t>
            </a:r>
          </a:p>
          <a:p xmlns:a="http://schemas.openxmlformats.org/drawingml/2006/main">
            <a:pPr marL="0" marR="0" algn="l">
              <a:lnSpc>
                <a:spcPct val="141667"/>
              </a:lnSpc>
            </a:pPr>
            <a:r>
              <a:rPr lang="en-US" sz="1200" b="0" i="0" u="none" strike="noStrike" spc="0">
                <a:solidFill>
                  <a:srgbClr val="BFD7FF"/>
                </a:solidFill>
                <a:latin typeface="Roboto Mono"/>
                <a:ea typeface="Roboto Mono"/>
                <a:cs typeface="Roboto Mono"/>
                <a:sym typeface="Roboto Mono"/>
              </a:rPr>
              <a:t>cd D:\pythonpro\LocalStock-unified</a:t>
            </a:r>
          </a:p>
          <a:p xmlns:a="http://schemas.openxmlformats.org/drawingml/2006/main">
            <a:pPr marL="0" marR="0" algn="l">
              <a:lnSpc>
                <a:spcPct val="141667"/>
              </a:lnSpc>
            </a:pPr>
            <a:r>
              <a:rPr lang="en-US" sz="1200" b="0" i="0" u="none" strike="noStrike" spc="0">
                <a:solidFill>
                  <a:srgbClr val="BFD7FF"/>
                </a:solidFill>
                <a:latin typeface="Roboto Mono"/>
                <a:ea typeface="Roboto Mono"/>
                <a:cs typeface="Roboto Mono"/>
                <a:sym typeface="Roboto Mono"/>
              </a:rPr>
              <a:t>npm run install:all</a:t>
            </a:r>
          </a:p>
          <a:p xmlns:a="http://schemas.openxmlformats.org/drawingml/2006/main">
            <a:pPr marL="0" marR="0" algn="l">
              <a:lnSpc>
                <a:spcPct val="141667"/>
              </a:lnSpc>
            </a:pPr>
            <a:r>
              <a:rPr lang="en-US" sz="1200" b="0" i="0" u="none" strike="noStrike" spc="0">
                <a:solidFill>
                  <a:srgbClr val="BFD7FF"/>
                </a:solidFill>
                <a:latin typeface="Roboto Mono"/>
                <a:ea typeface="Roboto Mono"/>
                <a:cs typeface="Roboto Mono"/>
                <a:sym typeface="Roboto Mono"/>
              </a:rPr>
              <a:t>npm run verify:workspace</a:t>
            </a:r>
          </a:p>
          <a:p xmlns:a="http://schemas.openxmlformats.org/drawingml/2006/main">
            <a:pPr marL="0" marR="0" algn="l">
              <a:lnSpc>
                <a:spcPct val="141667"/>
              </a:lnSpc>
            </a:pPr>
            <a:r>
              <a:rPr lang="en-US" sz="1200" b="0" i="0" u="none" strike="noStrike" spc="0">
                <a:solidFill>
                  <a:srgbClr val="BFD7FF"/>
                </a:solidFill>
                <a:latin typeface="Roboto Mono"/>
                <a:ea typeface="Roboto Mono"/>
                <a:cs typeface="Roboto Mono"/>
                <a:sym typeface="Roboto Mono"/>
              </a:rPr>
              <a:t>powershell -ExecutionPolicy Bypass -File .\tools\start-all.ps1</a:t>
            </a:r>
          </a:p>
        </p:txBody>
      </p:sp>
      <p:sp>
        <p:nvSpPr>
          <p:cNvPr id="9" name="Auto Shape 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5334000"/>
            <a:ext cx="48260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300" b="1" i="0" u="none" strike="noStrike" spc="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分别启动</a:t>
            </a:r>
          </a:p>
        </p:txBody>
      </p:sp>
      <p:sp>
        <p:nvSpPr>
          <p:cNvPr id="10" name="Auto Shape 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5651500"/>
            <a:ext cx="482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100" b="0" i="0" u="none" strike="noStrike" spc="0">
                <a:solidFill>
                  <a:srgbClr val="354052"/>
                </a:solidFill>
                <a:latin typeface="Noto Sans SC"/>
                <a:ea typeface="Noto Sans SC"/>
                <a:cs typeface="Noto Sans SC"/>
                <a:sym typeface="Noto Sans SC"/>
              </a:rPr>
              <a:t>tools/start-quant.ps1 只起聚宽服务</a:t>
            </a:r>
          </a:p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100" b="0" i="0" u="none" strike="noStrike" spc="0">
                <a:solidFill>
                  <a:srgbClr val="354052"/>
                </a:solidFill>
                <a:latin typeface="Noto Sans SC"/>
                <a:ea typeface="Noto Sans SC"/>
                <a:cs typeface="Noto Sans SC"/>
                <a:sym typeface="Noto Sans SC"/>
              </a:rPr>
              <a:t>tools/start-desktop.ps1 只起桌面端</a:t>
            </a:r>
          </a:p>
        </p:txBody>
      </p:sp>
      <p:sp>
        <p:nvSpPr>
          <p:cNvPr id="11" name="Auto Shape 1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0" y="5334000"/>
            <a:ext cx="48260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300" b="1" i="0" u="none" strike="noStrike" spc="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常用命令（改完必跑）</a:t>
            </a:r>
          </a:p>
        </p:txBody>
      </p:sp>
      <p:sp>
        <p:nvSpPr>
          <p:cNvPr id="12" name="Auto Shape 1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0" y="5651500"/>
            <a:ext cx="482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100" b="0" i="0" u="none" strike="noStrike" spc="0">
                <a:solidFill>
                  <a:srgbClr val="354052"/>
                </a:solidFill>
                <a:latin typeface="Noto Sans SC"/>
                <a:ea typeface="Noto Sans SC"/>
                <a:cs typeface="Noto Sans SC"/>
                <a:sym typeface="Noto Sans SC"/>
              </a:rPr>
              <a:t>npm run typecheck · npm test</a:t>
            </a:r>
          </a:p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100" b="0" i="0" u="none" strike="noStrike" spc="0">
                <a:solidFill>
                  <a:srgbClr val="354052"/>
                </a:solidFill>
                <a:latin typeface="Noto Sans SC"/>
                <a:ea typeface="Noto Sans SC"/>
                <a:cs typeface="Noto Sans SC"/>
                <a:sym typeface="Noto Sans SC"/>
              </a:rPr>
              <a:t>npm run build:win · 打 Windows portable 包</a:t>
            </a:r>
          </a:p>
        </p:txBody>
      </p:sp>
    </p:spTree>
  </p:cSld>
  <p:clrMapOvr>
    <a:masterClrMapping xmlns:a="http://schemas.openxmlformats.org/drawingml/2006/main"/>
  </p:clrMapOvr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2F4F8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Auto Shape 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609600"/>
            <a:ext cx="101600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200" b="0" i="0" u="none" strike="noStrike" spc="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10 · 设计约束</a:t>
            </a:r>
          </a:p>
        </p:txBody>
      </p:sp>
      <p:sp>
        <p:nvSpPr>
          <p:cNvPr id="3" name="Auto Shape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965200"/>
            <a:ext cx="1016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2800" b="1" i="0" u="none" strike="noStrike" spc="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十条硬约束：改代码前必须知道</a:t>
            </a:r>
          </a:p>
        </p:txBody>
      </p:sp>
      <p:cxnSp>
        <p:nvCxnSpPr>
          <p:cNvPr id="4" name="Connector"/>
          <p:cNvCxnSpPr/>
          <p:nvPr/>
        </p:nvCxnSpPr>
        <p:spPr>
          <a:xfrm xmlns:a="http://schemas.openxmlformats.org/drawingml/2006/main" rot="-4297">
            <a:off x="1016004" y="1644650"/>
            <a:ext cx="10160000" cy="12700"/>
          </a:xfrm>
          <a:prstGeom xmlns:a="http://schemas.openxmlformats.org/drawingml/2006/main" prst="straightConnector1">
            <a:avLst/>
          </a:prstGeom>
          <a:solidFill xmlns:a="http://schemas.openxmlformats.org/drawingml/2006/main">
            <a:srgbClr val="DEE0E3"/>
          </a:solidFill>
          <a:ln xmlns:a="http://schemas.openxmlformats.org/drawingml/2006/main" w="12700" cap="flat" cmpd="sng">
            <a:solidFill>
              <a:srgbClr val="C8CDD7"/>
            </a:solidFill>
            <a:round/>
          </a:ln>
        </p:spPr>
      </p:cxnSp>
      <p:sp>
        <p:nvSpPr>
          <p:cNvPr id="5" name="Auto Shape 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1968500"/>
            <a:ext cx="508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300" b="1" i="0" u="none" strike="noStrike" spc="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r>
              <a:rPr lang="en-US" sz="1300" b="1" i="0" u="none" strike="noStrike" spc="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 唯一权威行情库</a:t>
            </a:r>
          </a:p>
        </p:txBody>
      </p:sp>
      <p:sp>
        <p:nvSpPr>
          <p:cNvPr id="6" name="Auto Shape 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000" y="2324100"/>
            <a:ext cx="4826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100" b="0" i="0" u="none" strike="noStrike" spc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不得在其他目录新建独立行情库副本</a:t>
            </a:r>
          </a:p>
        </p:txBody>
      </p:sp>
      <p:sp>
        <p:nvSpPr>
          <p:cNvPr id="7" name="Auto Shape 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730500"/>
            <a:ext cx="508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300" b="1" i="0" u="none" strike="noStrike" spc="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r>
              <a:rPr lang="en-US" sz="1300" b="1" i="0" u="none" strike="noStrike" spc="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 pa-agent 只读</a:t>
            </a:r>
          </a:p>
        </p:txBody>
      </p:sp>
      <p:sp>
        <p:nvSpPr>
          <p:cNvPr id="8" name="Auto Shape 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000" y="3086100"/>
            <a:ext cx="4826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100" b="0" i="0" u="none" strike="noStrike" spc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价格行为 AI 对行情库无写权限</a:t>
            </a:r>
          </a:p>
        </p:txBody>
      </p:sp>
      <p:sp>
        <p:nvSpPr>
          <p:cNvPr id="9" name="Auto Shape 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3492500"/>
            <a:ext cx="508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300" b="1" i="0" u="none" strike="noStrike" spc="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r>
              <a:rPr lang="en-US" sz="1300" b="1" i="0" u="none" strike="noStrike" spc="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 IPC 三处同步</a:t>
            </a:r>
          </a:p>
        </p:txBody>
      </p:sp>
      <p:sp>
        <p:nvSpPr>
          <p:cNvPr id="10" name="Auto Shape 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000" y="3848100"/>
            <a:ext cx="4826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100" b="0" i="0" u="none" strike="noStrike" spc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types.ts / preload.ts / ipc.ts handler 必须同步改</a:t>
            </a:r>
          </a:p>
        </p:txBody>
      </p:sp>
      <p:sp>
        <p:nvSpPr>
          <p:cNvPr id="11" name="Auto Shape 1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254500"/>
            <a:ext cx="508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300" b="1" i="0" u="none" strike="noStrike" spc="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r>
              <a:rPr lang="en-US" sz="1300" b="1" i="0" u="none" strike="noStrike" spc="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 Python stdout 纯净</a:t>
            </a:r>
          </a:p>
        </p:txBody>
      </p:sp>
      <p:sp>
        <p:nvSpPr>
          <p:cNvPr id="12" name="Auto Shape 1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000" y="4610100"/>
            <a:ext cx="4826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100" b="0" i="0" u="none" strike="noStrike" spc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禁止 print()，日志一律 log() 或 stderr</a:t>
            </a:r>
          </a:p>
        </p:txBody>
      </p:sp>
      <p:sp>
        <p:nvSpPr>
          <p:cNvPr id="13" name="Auto Shape 1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5016500"/>
            <a:ext cx="508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300" b="1" i="0" u="none" strike="noStrike" spc="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r>
              <a:rPr lang="en-US" sz="1300" b="1" i="0" u="none" strike="noStrike" spc="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 股票代码归一化</a:t>
            </a:r>
          </a:p>
        </p:txBody>
      </p:sp>
      <p:sp>
        <p:nvSpPr>
          <p:cNvPr id="14" name="Auto Shape 1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000" y="5372100"/>
            <a:ext cx="4826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100" b="0" i="0" u="none" strike="noStrike" spc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策略写 600519.XSHG，库内键是 6 位 600519</a:t>
            </a:r>
          </a:p>
        </p:txBody>
      </p:sp>
      <p:sp>
        <p:nvSpPr>
          <p:cNvPr id="15" name="Auto Shape 1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0" y="1968500"/>
            <a:ext cx="508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300" b="1" i="0" u="none" strike="noStrike" spc="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06</a:t>
            </a:r>
            <a:r>
              <a:rPr lang="en-US" sz="1300" b="1" i="0" u="none" strike="noStrike" spc="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 幸存者偏差</a:t>
            </a:r>
          </a:p>
        </p:txBody>
      </p:sp>
      <p:sp>
        <p:nvSpPr>
          <p:cNvPr id="16" name="Auto Shape 1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2324100"/>
            <a:ext cx="4826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100" b="0" i="0" u="none" strike="noStrike" spc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行情源只有现存股票，长周期回测收益偏高</a:t>
            </a:r>
          </a:p>
        </p:txBody>
      </p:sp>
      <p:sp>
        <p:nvSpPr>
          <p:cNvPr id="17" name="Auto Shape 1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0" y="2730500"/>
            <a:ext cx="508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300" b="1" i="0" u="none" strike="noStrike" spc="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07</a:t>
            </a:r>
            <a:r>
              <a:rPr lang="en-US" sz="1300" b="1" i="0" u="none" strike="noStrike" spc="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 UI 风格统一</a:t>
            </a:r>
          </a:p>
        </p:txBody>
      </p:sp>
      <p:sp>
        <p:nvSpPr>
          <p:cNvPr id="18" name="Auto Shape 1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3086100"/>
            <a:ext cx="4826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100" b="0" i="0" u="none" strike="noStrike" spc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深色主题，红涨绿跌，复用全局类，不写内联样式</a:t>
            </a:r>
          </a:p>
        </p:txBody>
      </p:sp>
      <p:sp>
        <p:nvSpPr>
          <p:cNvPr id="19" name="Auto Shape 1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0" y="3492500"/>
            <a:ext cx="508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300" b="1" i="0" u="none" strike="noStrike" spc="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08</a:t>
            </a:r>
            <a:r>
              <a:rPr lang="en-US" sz="1300" b="1" i="0" u="none" strike="noStrike" spc="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 不提交</a:t>
            </a:r>
          </a:p>
        </p:txBody>
      </p:sp>
      <p:sp>
        <p:nvSpPr>
          <p:cNvPr id="20" name="Auto Shape 1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3848100"/>
            <a:ext cx="4826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100" b="0" i="0" u="none" strike="noStrike" spc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数据库、运行状态、密钥、缓存、node_modules、打包产物</a:t>
            </a:r>
          </a:p>
        </p:txBody>
      </p:sp>
      <p:sp>
        <p:nvSpPr>
          <p:cNvPr id="21" name="Auto Shape 2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0" y="4254500"/>
            <a:ext cx="508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300" b="1" i="0" u="none" strike="noStrike" spc="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09</a:t>
            </a:r>
            <a:r>
              <a:rPr lang="en-US" sz="1300" b="1" i="0" u="none" strike="noStrike" spc="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 改完必跑</a:t>
            </a:r>
          </a:p>
        </p:txBody>
      </p:sp>
      <p:sp>
        <p:nvSpPr>
          <p:cNvPr id="22" name="Auto Shape 2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4610100"/>
            <a:ext cx="4826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100" b="0" i="0" u="none" strike="noStrike" spc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根目录 npm run typecheck 与 npm test</a:t>
            </a:r>
          </a:p>
        </p:txBody>
      </p:sp>
      <p:sp>
        <p:nvSpPr>
          <p:cNvPr id="23" name="Auto Shape 2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0" y="5016500"/>
            <a:ext cx="508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300" b="1" i="0" u="none" strike="noStrike" spc="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10</a:t>
            </a:r>
            <a:r>
              <a:rPr lang="en-US" sz="1300" b="1" i="0" u="none" strike="noStrike" spc="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 不动旧目录</a:t>
            </a:r>
          </a:p>
        </p:txBody>
      </p:sp>
      <p:sp>
        <p:nvSpPr>
          <p:cNvPr id="24" name="Auto Shape 2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5372100"/>
            <a:ext cx="4826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100" b="0" i="0" u="none" strike="noStrike" spc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desktop/desktop 与 聚宽-local 是历史版本，只读保留</a:t>
            </a:r>
          </a:p>
        </p:txBody>
      </p:sp>
    </p:spTree>
  </p:cSld>
  <p:clrMapOvr>
    <a:masterClrMapping xmlns:a="http://schemas.openxmlformats.org/drawingml/2006/main"/>
  </p:clrMapOvr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D1326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Auto Shape 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711200"/>
            <a:ext cx="101600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200" b="0" i="0" u="none" strike="noStrike" spc="0">
                <a:solidFill>
                  <a:srgbClr val="78A0FF"/>
                </a:solidFill>
                <a:latin typeface="Noto Sans SC"/>
                <a:ea typeface="Noto Sans SC"/>
                <a:cs typeface="Noto Sans SC"/>
                <a:sym typeface="Noto Sans SC"/>
              </a:rPr>
              <a:t>11 · 技术栈一览</a:t>
            </a:r>
          </a:p>
        </p:txBody>
      </p:sp>
      <p:sp>
        <p:nvSpPr>
          <p:cNvPr id="3" name="Auto Shape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1092200"/>
            <a:ext cx="10160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3000" b="1" i="0" u="none" strike="noStrike" spc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一份本地自用的 A 股工作台</a:t>
            </a:r>
          </a:p>
        </p:txBody>
      </p:sp>
      <p:graphicFrame>
        <p:nvGraphicFramePr>
          <p:cNvPr id="4" name="Table"/>
          <p:cNvGraphicFramePr/>
          <p:nvPr/>
        </p:nvGraphicFramePr>
        <p:xfrm>
          <a:off xmlns:a="http://schemas.openxmlformats.org/drawingml/2006/main" x="1016000" y="2032000"/>
          <a:ext xmlns:a="http://schemas.openxmlformats.org/drawingml/2006/main" cx="10160000" cy="3860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7874000"/>
              </a:tblGrid>
              <a:tr h="5080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</a:pPr>
                      <a:r>
                        <a:rPr lang="en-US" sz="1200" b="1" i="0" u="none" strike="noStrike" spc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层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</a:pPr>
                      <a:r>
                        <a:rPr lang="en-US" sz="1200" b="1" i="0" u="none" strike="noStrike" spc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技术选型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563EB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</a:pPr>
                      <a:r>
                        <a:rPr lang="en-US" sz="1100" b="0" i="0" u="none" strike="noStrike" spc="0">
                          <a:solidFill>
                            <a:srgbClr val="BFD7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桌面壳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</a:pPr>
                      <a:r>
                        <a:rPr lang="en-US" sz="1100" b="0" i="0" u="none" strike="noStrike" spc="0">
                          <a:solidFill>
                            <a:srgbClr val="DCE1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Electron 37 - electron-vite 3 - electron-builder 26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</a:pPr>
                      <a:r>
                        <a:rPr lang="en-US" sz="1100" b="0" i="0" u="none" strike="noStrike" spc="0">
                          <a:solidFill>
                            <a:srgbClr val="BFD7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桌面渲染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</a:pPr>
                      <a:r>
                        <a:rPr lang="en-US" sz="1100" b="0" i="0" u="none" strike="noStrike" spc="0">
                          <a:solidFill>
                            <a:srgbClr val="DCE1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React 19 - Zustand 5 - ECharts 5 - CodeMirror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</a:pPr>
                      <a:r>
                        <a:rPr lang="en-US" sz="1100" b="0" i="0" u="none" strike="noStrike" spc="0">
                          <a:solidFill>
                            <a:srgbClr val="BFD7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本地存储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</a:pPr>
                      <a:r>
                        <a:rPr lang="en-US" sz="1100" b="0" i="0" u="none" strike="noStrike" spc="0">
                          <a:solidFill>
                            <a:srgbClr val="DCE1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better-sqlite3（主进程单客户端，同步 API）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</a:pPr>
                      <a:r>
                        <a:rPr lang="en-US" sz="1100" b="0" i="0" u="none" strike="noStrike" spc="0">
                          <a:solidFill>
                            <a:srgbClr val="BFD7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研究服务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</a:pPr>
                      <a:r>
                        <a:rPr lang="en-US" sz="1100" b="0" i="0" u="none" strike="noStrike" spc="0">
                          <a:solidFill>
                            <a:srgbClr val="DCE1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Node Express - 原生 Chart.js 前端 - 纯标准库 Python 引擎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</a:pPr>
                      <a:r>
                        <a:rPr lang="en-US" sz="1100" b="0" i="0" u="none" strike="noStrike" spc="0">
                          <a:solidFill>
                            <a:srgbClr val="BFD7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因子研究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</a:pPr>
                      <a:r>
                        <a:rPr lang="en-US" sz="1100" b="0" i="0" u="none" strike="noStrike" spc="0">
                          <a:solidFill>
                            <a:srgbClr val="DCE1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pandas（Python 3.11），与 stdlib 生产轨双轨校验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</a:pPr>
                      <a:r>
                        <a:rPr lang="en-US" sz="1100" b="0" i="0" u="none" strike="noStrike" spc="0">
                          <a:solidFill>
                            <a:srgbClr val="BFD7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行情源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</a:pPr>
                      <a:r>
                        <a:rPr lang="en-US" sz="1100" b="0" i="0" u="none" strike="noStrike" spc="0">
                          <a:solidFill>
                            <a:srgbClr val="DCE1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东财 push2 - 腾讯 qt.gtimg.cn - 新浪财经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</a:pPr>
                      <a:r>
                        <a:rPr lang="en-US" sz="1100" b="0" i="0" u="none" strike="noStrike" spc="0">
                          <a:solidFill>
                            <a:srgbClr val="BFD7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AI 与测试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</a:pPr>
                      <a:r>
                        <a:rPr lang="en-US" sz="1100" b="0" i="0" u="none" strike="noStrike" spc="0">
                          <a:solidFill>
                            <a:srgbClr val="DCE1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Python SSE 自带 venv - Vitest - Playwright 视觉测试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Auto Shape 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6159500"/>
            <a:ext cx="1016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100" b="0" i="0" u="none" strike="noStrike" spc="0">
                <a:solidFill>
                  <a:srgbClr val="788291"/>
                </a:solidFill>
                <a:latin typeface="Noto Sans SC"/>
                <a:ea typeface="Noto Sans SC"/>
                <a:cs typeface="Noto Sans SC"/>
                <a:sym typeface="Noto Sans SC"/>
              </a:rPr>
              <a:t>LocalStock Unified v0.2.0 - AGPL-3.0 - 本地 A 股行情 + 量化回测 + 价格行为 AI</a:t>
            </a:r>
          </a:p>
        </p:txBody>
      </p:sp>
      <p:pic>
        <p:nvPicPr>
          <p:cNvPr id="6" name="Picture 5"/>
          <p:cNvPicPr/>
          <p:nvPr/>
        </p:nvPicPr>
        <p:blipFill>
          <a:blip xmlns:a="http://schemas.openxmlformats.org/drawingml/2006/main" xmlns:r="http://schemas.openxmlformats.org/officeDocument/2006/relationships" r:embed="rId1"/>
          <a:srcRect xmlns:a="http://schemas.openxmlformats.org/drawingml/2006/main" l="0" t="0" r="0" b="0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0668000" y="6190112"/>
            <a:ext cx="1524000" cy="667888"/>
          </a:xfrm>
          <a:prstGeom xmlns:a="http://schemas.openxmlformats.org/drawingml/2006/main" prst="rect">
            <a:avLst/>
          </a:prstGeom>
          <a:ln xmlns:a="http://schemas.openxmlformats.org/drawingml/2006/main" w="12700">
            <a:noFill/>
          </a:ln>
        </p:spPr>
      </p:pic>
    </p:spTree>
  </p:cSld>
  <p:clrMapOvr>
    <a:masterClrMapping xmlns:a="http://schemas.openxmlformats.org/drawingml/2006/main"/>
  </p:clrMapOvr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2F4F8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457200"/>
            <a:ext cx="6350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 anchorCtr="0">
            <a:noAutofit/>
          </a:bodyPr>
          <a:lstStyle xmlns:a="http://schemas.openxmlformats.org/drawingml/2006/main">
            <a:lvl1pPr>
              <a:buNone/>
              <a:defRPr sz="2800">
                <a:solidFill>
                  <a:srgbClr val="0D1326"/>
                </a:solidFill>
              </a:defRPr>
            </a:lvl1pPr>
          </a:lstStyle>
          <a:p xmlns:a="http://schemas.openxmlformats.org/drawingml/2006/main">
            <a:pPr algn="l"/>
            <a:r>
              <a:rPr sz="2800" b="1" i="0" u="none" strike="noStrike" spc="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桌面端真实界面</a:t>
            </a:r>
          </a:p>
        </p:txBody>
      </p:sp>
      <p:sp>
        <p:nvSpPr>
          <p:cNvPr id="3" name="Text Box 2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990600"/>
            <a:ext cx="101600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 anchorCtr="0">
            <a:noAutofit/>
          </a:bodyPr>
          <a:lstStyle xmlns:a="http://schemas.openxmlformats.org/drawingml/2006/main">
            <a:lvl1pPr>
              <a:buNone/>
              <a:defRPr sz="1300">
                <a:solidFill>
                  <a:srgbClr val="536174"/>
                </a:solidFill>
              </a:defRPr>
            </a:lvl1pPr>
          </a:lstStyle>
          <a:p xmlns:a="http://schemas.openxmlformats.org/drawingml/2006/main">
            <a:pPr algn="l"/>
            <a:r>
              <a:rPr sz="1300" b="0" i="0" u="none" strike="noStrike" spc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Electron 桌面端实际运行截图：自选股行情、日 K 线图、回测策略编辑器</a:t>
            </a:r>
          </a:p>
        </p:txBody>
      </p:sp>
      <p:cxnSp>
        <p:nvCxnSpPr>
          <p:cNvPr id="4" name="Connector"/>
          <p:cNvCxnSpPr/>
          <p:nvPr/>
        </p:nvCxnSpPr>
        <p:spPr>
          <a:xfrm xmlns:a="http://schemas.openxmlformats.org/drawingml/2006/main" rot="-3907">
            <a:off x="508004" y="1365251"/>
            <a:ext cx="11176000" cy="12700"/>
          </a:xfrm>
          <a:prstGeom xmlns:a="http://schemas.openxmlformats.org/drawingml/2006/main" prst="straightConnector1">
            <a:avLst/>
          </a:prstGeom>
          <a:solidFill xmlns:a="http://schemas.openxmlformats.org/drawingml/2006/main">
            <a:srgbClr val="DEE0E3"/>
          </a:solidFill>
          <a:ln xmlns:a="http://schemas.openxmlformats.org/drawingml/2006/main" w="12700" cap="flat" cmpd="sng">
            <a:solidFill>
              <a:srgbClr val="DDE2EC"/>
            </a:solidFill>
            <a:round/>
          </a:ln>
        </p:spPr>
      </p:cxnSp>
      <p:pic>
        <p:nvPicPr>
          <p:cNvPr id="5" name="Picture 4"/>
          <p:cNvPicPr/>
          <p:nvPr/>
        </p:nvPicPr>
        <p:blipFill>
          <a:blip xmlns:a="http://schemas.openxmlformats.org/drawingml/2006/main" xmlns:r="http://schemas.openxmlformats.org/officeDocument/2006/relationships" r:embed="rId1"/>
          <a:srcRect xmlns:a="http://schemas.openxmlformats.org/drawingml/2006/main" l="0" t="6266" r="0" b="6266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508000" y="1574800"/>
            <a:ext cx="7112000" cy="3378200"/>
          </a:xfrm>
          <a:prstGeom xmlns:a="http://schemas.openxmlformats.org/drawingml/2006/main" prst="roundRect">
            <a:avLst>
              <a:gd name="adj" fmla="val 1315"/>
            </a:avLst>
          </a:prstGeom>
          <a:noFill xmlns:a="http://schemas.openxmlformats.org/drawingml/2006/main"/>
          <a:ln xmlns:a="http://schemas.openxmlformats.org/drawingml/2006/main" w="25400" cap="flat" cmpd="sng">
            <a:noFill/>
            <a:round/>
          </a:ln>
        </p:spPr>
      </p:pic>
      <p:sp>
        <p:nvSpPr>
          <p:cNvPr id="6" name="Text Box 5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5029200"/>
            <a:ext cx="7112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 anchorCtr="0">
            <a:noAutofit/>
          </a:bodyPr>
          <a:lstStyle xmlns:a="http://schemas.openxmlformats.org/drawingml/2006/main">
            <a:lvl1pPr>
              <a:buNone/>
              <a:defRPr sz="1100">
                <a:solidFill>
                  <a:srgbClr val="8A94A6"/>
                </a:solidFill>
              </a:defRPr>
            </a:lvl1pPr>
          </a:lstStyle>
          <a:p xmlns:a="http://schemas.openxmlformats.org/drawingml/2006/main">
            <a:pPr algn="l"/>
            <a:r>
              <a:rPr sz="1100" b="0" i="0" u="none" strike="noStrike" spc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图 1 · 个股日 K 详情：蜡烛 + MA + 五档盘口 + 画线工具 + 新闻聚合</a:t>
            </a:r>
          </a:p>
        </p:txBody>
      </p:sp>
      <p:pic>
        <p:nvPicPr>
          <p:cNvPr id="7" name="Picture 6"/>
          <p:cNvPicPr/>
          <p:nvPr/>
        </p:nvPicPr>
        <p:blipFill>
          <a:blip xmlns:a="http://schemas.openxmlformats.org/drawingml/2006/main" xmlns:r="http://schemas.openxmlformats.org/officeDocument/2006/relationships" r:embed="rId2"/>
          <a:srcRect xmlns:a="http://schemas.openxmlformats.org/drawingml/2006/main" l="0" t="6419" r="0" b="6419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874000" y="1574800"/>
            <a:ext cx="3810000" cy="1803400"/>
          </a:xfrm>
          <a:prstGeom xmlns:a="http://schemas.openxmlformats.org/drawingml/2006/main" prst="roundRect">
            <a:avLst>
              <a:gd name="adj" fmla="val 2455"/>
            </a:avLst>
          </a:prstGeom>
          <a:noFill xmlns:a="http://schemas.openxmlformats.org/drawingml/2006/main"/>
          <a:ln xmlns:a="http://schemas.openxmlformats.org/drawingml/2006/main" w="25400" cap="flat" cmpd="sng">
            <a:noFill/>
            <a:round/>
          </a:ln>
        </p:spPr>
      </p:pic>
      <p:sp>
        <p:nvSpPr>
          <p:cNvPr id="8" name="Text Box 7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34290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 anchorCtr="0">
            <a:noAutofit/>
          </a:bodyPr>
          <a:lstStyle xmlns:a="http://schemas.openxmlformats.org/drawingml/2006/main">
            <a:lvl1pPr>
              <a:buNone/>
              <a:defRPr sz="1000">
                <a:solidFill>
                  <a:srgbClr val="8A94A6"/>
                </a:solidFill>
              </a:defRPr>
            </a:lvl1pPr>
          </a:lstStyle>
          <a:p xmlns:a="http://schemas.openxmlformats.org/drawingml/2006/main">
            <a:pPr algn="l"/>
            <a:r>
              <a:rPr sz="1000" b="0" i="0" u="none" strike="noStrike" spc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图 2 · 自选股主界面（红涨绿跌）</a:t>
            </a:r>
          </a:p>
        </p:txBody>
      </p:sp>
      <p:pic>
        <p:nvPicPr>
          <p:cNvPr id="9" name="Picture 8"/>
          <p:cNvPicPr/>
          <p:nvPr/>
        </p:nvPicPr>
        <p:blipFill>
          <a:blip xmlns:a="http://schemas.openxmlformats.org/drawingml/2006/main" xmlns:r="http://schemas.openxmlformats.org/officeDocument/2006/relationships" r:embed="rId3"/>
          <a:srcRect xmlns:a="http://schemas.openxmlformats.org/drawingml/2006/main" l="0" t="6419" r="0" b="6419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874000" y="3733800"/>
            <a:ext cx="3810000" cy="1803400"/>
          </a:xfrm>
          <a:prstGeom xmlns:a="http://schemas.openxmlformats.org/drawingml/2006/main" prst="roundRect">
            <a:avLst>
              <a:gd name="adj" fmla="val 2455"/>
            </a:avLst>
          </a:prstGeom>
          <a:noFill xmlns:a="http://schemas.openxmlformats.org/drawingml/2006/main"/>
          <a:ln xmlns:a="http://schemas.openxmlformats.org/drawingml/2006/main" w="25400" cap="flat" cmpd="sng">
            <a:noFill/>
            <a:round/>
          </a:ln>
        </p:spPr>
      </p:pic>
      <p:sp>
        <p:nvSpPr>
          <p:cNvPr id="10" name="Text Box 9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55880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 anchorCtr="0">
            <a:noAutofit/>
          </a:bodyPr>
          <a:lstStyle xmlns:a="http://schemas.openxmlformats.org/drawingml/2006/main">
            <a:lvl1pPr>
              <a:buNone/>
              <a:defRPr sz="1000">
                <a:solidFill>
                  <a:srgbClr val="8A94A6"/>
                </a:solidFill>
              </a:defRPr>
            </a:lvl1pPr>
          </a:lstStyle>
          <a:p xmlns:a="http://schemas.openxmlformats.org/drawingml/2006/main">
            <a:pPr algn="l"/>
            <a:r>
              <a:rPr sz="1000" b="0" i="0" u="none" strike="noStrike" spc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图 3 · 回测页：策略模板 + CodeMirror 编辑器</a:t>
            </a:r>
          </a:p>
        </p:txBody>
      </p:sp>
    </p:spTree>
  </p:cSld>
  <p:clrMapOvr>
    <a:masterClrMapping xmlns:a="http://schemas.openxmlformats.org/drawingml/2006/main"/>
  </p:clrMapOvr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2F4F8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457200"/>
            <a:ext cx="6350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 anchorCtr="0">
            <a:noAutofit/>
          </a:bodyPr>
          <a:lstStyle xmlns:a="http://schemas.openxmlformats.org/drawingml/2006/main">
            <a:lvl1pPr>
              <a:buNone/>
              <a:defRPr sz="2800">
                <a:solidFill>
                  <a:srgbClr val="0D1326"/>
                </a:solidFill>
              </a:defRPr>
            </a:lvl1pPr>
          </a:lstStyle>
          <a:p xmlns:a="http://schemas.openxmlformats.org/drawingml/2006/main">
            <a:pPr algn="l"/>
            <a:r>
              <a:rPr sz="2800" b="1" i="0" u="none" strike="noStrike" spc="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聚宽服务真实界面</a:t>
            </a:r>
          </a:p>
        </p:txBody>
      </p:sp>
      <p:sp>
        <p:nvSpPr>
          <p:cNvPr id="3" name="Text Box 2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990600"/>
            <a:ext cx="101600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 anchorCtr="0">
            <a:noAutofit/>
          </a:bodyPr>
          <a:lstStyle xmlns:a="http://schemas.openxmlformats.org/drawingml/2006/main">
            <a:lvl1pPr>
              <a:buNone/>
              <a:defRPr sz="1300">
                <a:solidFill>
                  <a:srgbClr val="536174"/>
                </a:solidFill>
              </a:defRPr>
            </a:lvl1pPr>
          </a:lstStyle>
          <a:p xmlns:a="http://schemas.openxmlformats.org/drawingml/2006/main">
            <a:pPr algn="l"/>
            <a:r>
              <a:rPr sz="1300" b="0" i="0" u="none" strike="noStrike" spc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本地 :3000 网页平台：策略列表与海龟多因子回测详情（收益 / 回撤 / 夏普 / Alpha）</a:t>
            </a:r>
          </a:p>
        </p:txBody>
      </p:sp>
      <p:cxnSp>
        <p:nvCxnSpPr>
          <p:cNvPr id="4" name="Connector"/>
          <p:cNvCxnSpPr/>
          <p:nvPr/>
        </p:nvCxnSpPr>
        <p:spPr>
          <a:xfrm xmlns:a="http://schemas.openxmlformats.org/drawingml/2006/main" rot="-3907">
            <a:off x="508004" y="1365251"/>
            <a:ext cx="11176000" cy="12700"/>
          </a:xfrm>
          <a:prstGeom xmlns:a="http://schemas.openxmlformats.org/drawingml/2006/main" prst="straightConnector1">
            <a:avLst/>
          </a:prstGeom>
          <a:solidFill xmlns:a="http://schemas.openxmlformats.org/drawingml/2006/main">
            <a:srgbClr val="DEE0E3"/>
          </a:solidFill>
          <a:ln xmlns:a="http://schemas.openxmlformats.org/drawingml/2006/main" w="12700" cap="flat" cmpd="sng">
            <a:solidFill>
              <a:srgbClr val="DDE2EC"/>
            </a:solidFill>
            <a:round/>
          </a:ln>
        </p:spPr>
      </p:cxnSp>
      <p:pic>
        <p:nvPicPr>
          <p:cNvPr id="5" name="Picture 4"/>
          <p:cNvPicPr/>
          <p:nvPr/>
        </p:nvPicPr>
        <p:blipFill>
          <a:blip xmlns:a="http://schemas.openxmlformats.org/drawingml/2006/main" xmlns:r="http://schemas.openxmlformats.org/officeDocument/2006/relationships" r:embed="rId1"/>
          <a:srcRect xmlns:a="http://schemas.openxmlformats.org/drawingml/2006/main" l="0" t="56" r="0" b="56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508000" y="1574800"/>
            <a:ext cx="5588000" cy="3721100"/>
          </a:xfrm>
          <a:prstGeom xmlns:a="http://schemas.openxmlformats.org/drawingml/2006/main" prst="roundRect">
            <a:avLst>
              <a:gd name="adj" fmla="val 1364"/>
            </a:avLst>
          </a:prstGeom>
          <a:noFill xmlns:a="http://schemas.openxmlformats.org/drawingml/2006/main"/>
          <a:ln xmlns:a="http://schemas.openxmlformats.org/drawingml/2006/main" w="25400" cap="flat" cmpd="sng">
            <a:noFill/>
            <a:round/>
          </a:ln>
        </p:spPr>
      </p:pic>
      <p:sp>
        <p:nvSpPr>
          <p:cNvPr id="6" name="Text Box 5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5359400"/>
            <a:ext cx="558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 anchorCtr="0">
            <a:noAutofit/>
          </a:bodyPr>
          <a:lstStyle xmlns:a="http://schemas.openxmlformats.org/drawingml/2006/main">
            <a:lvl1pPr>
              <a:buNone/>
              <a:defRPr sz="1100">
                <a:solidFill>
                  <a:srgbClr val="8A94A6"/>
                </a:solidFill>
              </a:defRPr>
            </a:lvl1pPr>
          </a:lstStyle>
          <a:p xmlns:a="http://schemas.openxmlformats.org/drawingml/2006/main">
            <a:pPr algn="l"/>
            <a:r>
              <a:rPr sz="1100" b="0" i="0" u="none" strike="noStrike" spc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图 1 · 策略列表：12 个因子策略，状态与最新收益一览</a:t>
            </a:r>
          </a:p>
        </p:txBody>
      </p:sp>
      <p:pic>
        <p:nvPicPr>
          <p:cNvPr id="7" name="Picture 6"/>
          <p:cNvPicPr/>
          <p:nvPr/>
        </p:nvPicPr>
        <p:blipFill>
          <a:blip xmlns:a="http://schemas.openxmlformats.org/drawingml/2006/main" xmlns:r="http://schemas.openxmlformats.org/officeDocument/2006/relationships" r:embed="rId2"/>
          <a:srcRect xmlns:a="http://schemas.openxmlformats.org/drawingml/2006/main" l="0" t="0" r="0" b="0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350000" y="1574800"/>
            <a:ext cx="5334000" cy="3556000"/>
          </a:xfrm>
          <a:prstGeom xmlns:a="http://schemas.openxmlformats.org/drawingml/2006/main" prst="roundRect">
            <a:avLst>
              <a:gd name="adj" fmla="val 1429"/>
            </a:avLst>
          </a:prstGeom>
          <a:noFill xmlns:a="http://schemas.openxmlformats.org/drawingml/2006/main"/>
          <a:ln xmlns:a="http://schemas.openxmlformats.org/drawingml/2006/main" w="25400" cap="flat" cmpd="sng">
            <a:noFill/>
            <a:round/>
          </a:ln>
        </p:spPr>
      </p:pic>
      <p:sp>
        <p:nvSpPr>
          <p:cNvPr id="8" name="Text Box 7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0" y="52070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 anchorCtr="0">
            <a:noAutofit/>
          </a:bodyPr>
          <a:lstStyle xmlns:a="http://schemas.openxmlformats.org/drawingml/2006/main">
            <a:lvl1pPr>
              <a:buNone/>
              <a:defRPr sz="1100">
                <a:solidFill>
                  <a:srgbClr val="8A94A6"/>
                </a:solidFill>
              </a:defRPr>
            </a:lvl1pPr>
          </a:lstStyle>
          <a:p xmlns:a="http://schemas.openxmlformats.org/drawingml/2006/main">
            <a:pPr algn="l"/>
            <a:r>
              <a:rPr sz="1100" b="0" i="0" u="none" strike="noStrike" spc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图 2 · 海龟多因子回测：总收益 49.53% / 年化 23.20% / 夏普 0.65</a:t>
            </a:r>
          </a:p>
        </p:txBody>
      </p:sp>
    </p:spTree>
  </p:cSld>
  <p:clrMapOvr>
    <a:masterClrMapping xmlns:a="http://schemas.openxmlformats.org/drawingml/2006/main"/>
  </p:clrMapOvr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2F4F8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457200"/>
            <a:ext cx="6350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 anchorCtr="0">
            <a:noAutofit/>
          </a:bodyPr>
          <a:lstStyle xmlns:a="http://schemas.openxmlformats.org/drawingml/2006/main">
            <a:lvl1pPr>
              <a:buNone/>
              <a:defRPr sz="2800">
                <a:solidFill>
                  <a:srgbClr val="0D1326"/>
                </a:solidFill>
              </a:defRPr>
            </a:lvl1pPr>
          </a:lstStyle>
          <a:p xmlns:a="http://schemas.openxmlformats.org/drawingml/2006/main">
            <a:pPr algn="l"/>
            <a:r>
              <a:rPr sz="2800" b="1" i="0" u="none" strike="noStrike" spc="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AI 助手真实界面</a:t>
            </a:r>
          </a:p>
        </p:txBody>
      </p:sp>
      <p:sp>
        <p:nvSpPr>
          <p:cNvPr id="3" name="Text Box 2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990600"/>
            <a:ext cx="101600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 anchorCtr="0">
            <a:noAutofit/>
          </a:bodyPr>
          <a:lstStyle xmlns:a="http://schemas.openxmlformats.org/drawingml/2006/main">
            <a:lvl1pPr>
              <a:buNone/>
              <a:defRPr sz="1300">
                <a:solidFill>
                  <a:srgbClr val="536174"/>
                </a:solidFill>
              </a:defRPr>
            </a:lvl1pPr>
          </a:lstStyle>
          <a:p xmlns:a="http://schemas.openxmlformats.org/drawingml/2006/main">
            <a:pPr algn="l"/>
            <a:r>
              <a:rPr sz="1300" b="0" i="0" u="none" strike="noStrike" spc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内置 AI 助手：侧边栏对话面板 + 多供应商配置（OpenAI 兼容 / DeepSeek / Ollama）</a:t>
            </a:r>
          </a:p>
        </p:txBody>
      </p:sp>
      <p:cxnSp>
        <p:nvCxnSpPr>
          <p:cNvPr id="4" name="Connector"/>
          <p:cNvCxnSpPr/>
          <p:nvPr/>
        </p:nvCxnSpPr>
        <p:spPr>
          <a:xfrm xmlns:a="http://schemas.openxmlformats.org/drawingml/2006/main" rot="-3907">
            <a:off x="508004" y="1365251"/>
            <a:ext cx="11176000" cy="12700"/>
          </a:xfrm>
          <a:prstGeom xmlns:a="http://schemas.openxmlformats.org/drawingml/2006/main" prst="straightConnector1">
            <a:avLst/>
          </a:prstGeom>
          <a:solidFill xmlns:a="http://schemas.openxmlformats.org/drawingml/2006/main">
            <a:srgbClr val="DEE0E3"/>
          </a:solidFill>
          <a:ln xmlns:a="http://schemas.openxmlformats.org/drawingml/2006/main" w="12700" cap="flat" cmpd="sng">
            <a:solidFill>
              <a:srgbClr val="DDE2EC"/>
            </a:solidFill>
            <a:round/>
          </a:ln>
        </p:spPr>
      </p:cxnSp>
      <p:pic>
        <p:nvPicPr>
          <p:cNvPr id="5" name="Picture 4"/>
          <p:cNvPicPr/>
          <p:nvPr/>
        </p:nvPicPr>
        <p:blipFill>
          <a:blip xmlns:a="http://schemas.openxmlformats.org/drawingml/2006/main" xmlns:r="http://schemas.openxmlformats.org/officeDocument/2006/relationships" r:embed="rId1"/>
          <a:srcRect xmlns:a="http://schemas.openxmlformats.org/drawingml/2006/main" l="0" t="6266" r="0" b="6266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508000" y="1574800"/>
            <a:ext cx="5588000" cy="2654300"/>
          </a:xfrm>
          <a:prstGeom xmlns:a="http://schemas.openxmlformats.org/drawingml/2006/main" prst="roundRect">
            <a:avLst>
              <a:gd name="adj" fmla="val 1674"/>
            </a:avLst>
          </a:prstGeom>
          <a:noFill xmlns:a="http://schemas.openxmlformats.org/drawingml/2006/main"/>
          <a:ln xmlns:a="http://schemas.openxmlformats.org/drawingml/2006/main" w="25400" cap="flat" cmpd="sng">
            <a:noFill/>
            <a:round/>
          </a:ln>
        </p:spPr>
      </p:pic>
      <p:sp>
        <p:nvSpPr>
          <p:cNvPr id="6" name="Text Box 5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4292600"/>
            <a:ext cx="558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 anchorCtr="0">
            <a:noAutofit/>
          </a:bodyPr>
          <a:lstStyle xmlns:a="http://schemas.openxmlformats.org/drawingml/2006/main">
            <a:lvl1pPr>
              <a:buNone/>
              <a:defRPr sz="1100">
                <a:solidFill>
                  <a:srgbClr val="8A94A6"/>
                </a:solidFill>
              </a:defRPr>
            </a:lvl1pPr>
          </a:lstStyle>
          <a:p xmlns:a="http://schemas.openxmlformats.org/drawingml/2006/main">
            <a:pPr algn="l"/>
            <a:r>
              <a:rPr sz="1100" b="0" i="0" u="none" strike="noStrike" spc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图 1 · AI 助手面板：读实时行情、写策略、一键选股</a:t>
            </a:r>
          </a:p>
        </p:txBody>
      </p:sp>
      <p:pic>
        <p:nvPicPr>
          <p:cNvPr id="7" name="Picture 6"/>
          <p:cNvPicPr/>
          <p:nvPr/>
        </p:nvPicPr>
        <p:blipFill>
          <a:blip xmlns:a="http://schemas.openxmlformats.org/drawingml/2006/main" xmlns:r="http://schemas.openxmlformats.org/officeDocument/2006/relationships" r:embed="rId2"/>
          <a:srcRect xmlns:a="http://schemas.openxmlformats.org/drawingml/2006/main" l="0" t="6156" r="0" b="6156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350000" y="1574800"/>
            <a:ext cx="5334000" cy="2540000"/>
          </a:xfrm>
          <a:prstGeom xmlns:a="http://schemas.openxmlformats.org/drawingml/2006/main" prst="roundRect">
            <a:avLst>
              <a:gd name="adj" fmla="val 1754"/>
            </a:avLst>
          </a:prstGeom>
          <a:noFill xmlns:a="http://schemas.openxmlformats.org/drawingml/2006/main"/>
          <a:ln xmlns:a="http://schemas.openxmlformats.org/drawingml/2006/main" w="25400" cap="flat" cmpd="sng">
            <a:noFill/>
            <a:round/>
          </a:ln>
        </p:spPr>
      </p:pic>
      <p:sp>
        <p:nvSpPr>
          <p:cNvPr id="8" name="Text Box 7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0" y="42164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 anchorCtr="0">
            <a:noAutofit/>
          </a:bodyPr>
          <a:lstStyle xmlns:a="http://schemas.openxmlformats.org/drawingml/2006/main">
            <a:lvl1pPr>
              <a:buNone/>
              <a:defRPr sz="1100">
                <a:solidFill>
                  <a:srgbClr val="8A94A6"/>
                </a:solidFill>
              </a:defRPr>
            </a:lvl1pPr>
          </a:lstStyle>
          <a:p xmlns:a="http://schemas.openxmlformats.org/drawingml/2006/main">
            <a:pPr algn="l"/>
            <a:r>
              <a:rPr sz="1100" b="0" i="0" u="none" strike="noStrike" spc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图 2 · 模型配置：provider / 模型 / API Key / 基地址 / 写操作审计开关</a:t>
            </a:r>
          </a:p>
        </p:txBody>
      </p:sp>
      <p:sp>
        <p:nvSpPr>
          <p:cNvPr id="9" name="Auto Shape 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4826000"/>
            <a:ext cx="11176000" cy="114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563EB">
              <a:alpha val="6000"/>
            </a:srgbClr>
          </a:solidFill>
          <a:ln xmlns:a="http://schemas.openxmlformats.org/drawingml/2006/main" w="12700" cap="flat" cmpd="sng">
            <a:solidFill>
              <a:srgbClr val="2563EB">
                <a:alpha val="30000"/>
              </a:srgbClr>
            </a:solidFill>
            <a:round/>
          </a:ln>
        </p:spPr>
        <p:txBody>
          <a:bodyPr xmlns:a="http://schemas.openxmlformats.org/drawingml/2006/main" vert="horz" wrap="square" lIns="63500" tIns="63500" rIns="63500" bIns="63500" rtlCol="0" anchor="ctr">
            <a:noAutofit/>
          </a:bodyPr>
          <a:lstStyle xmlns:a="http://schemas.openxmlformats.org/drawingml/2006/main">
            <a:lvl1pPr>
              <a:buNone/>
            </a:lvl1pPr>
          </a:lstStyle>
          <a:p xmlns:a="http://schemas.openxmlformats.org/drawingml/2006/main">
            <a:pPr algn="ctr"/>
            <a:endParaRPr/>
          </a:p>
        </p:txBody>
      </p:sp>
      <p:sp>
        <p:nvSpPr>
          <p:cNvPr id="10" name="Text Box 9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03800"/>
            <a:ext cx="10668000" cy="81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 anchorCtr="0">
            <a:noAutofit/>
          </a:bodyPr>
          <a:lstStyle xmlns:a="http://schemas.openxmlformats.org/drawingml/2006/main">
            <a:lvl1pPr>
              <a:lnSpc>
                <a:spcPct val="125000"/>
              </a:lnSpc>
              <a:buNone/>
              <a:defRPr sz="1300">
                <a:solidFill>
                  <a:srgbClr val="0D1326"/>
                </a:solidFill>
              </a:defRPr>
            </a:lvl1pPr>
          </a:lstStyle>
          <a:p xmlns:a="http://schemas.openxmlformats.org/drawingml/2006/main">
            <a:pPr algn="l">
              <a:lnSpc>
                <a:spcPct val="125000"/>
              </a:lnSpc>
            </a:pPr>
            <a:r>
              <a:rPr sz="1300" b="0" i="0" u="none" strike="noStrike" spc="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pa-agent（价格行为 AI）随桌面端自动启停，自带 Python venv，不单独启动；</a:t>
            </a:r>
          </a:p>
          <a:p xmlns:a="http://schemas.openxmlformats.org/drawingml/2006/main">
            <a:pPr algn="l">
              <a:lnSpc>
                <a:spcPct val="125000"/>
              </a:lnSpc>
            </a:pPr>
            <a:r>
              <a:rPr sz="1300" b="0" i="0" u="none" strike="noStrike" spc="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大模型配置由桌面端按请求传入，服务端不存密钥；SSE 流式两阶段推理 token 逐字推送。</a:t>
            </a:r>
          </a:p>
        </p:txBody>
      </p:sp>
    </p:spTree>
  </p:cSld>
  <p:clrMapOvr>
    <a:masterClrMapping xmlns:a="http://schemas.openxmlformats.org/drawingml/2006/main"/>
  </p:clrMapOvr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2F4F8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457200"/>
            <a:ext cx="7620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 anchorCtr="0">
            <a:noAutofit/>
          </a:bodyPr>
          <a:lstStyle xmlns:a="http://schemas.openxmlformats.org/drawingml/2006/main">
            <a:lvl1pPr>
              <a:buNone/>
              <a:defRPr sz="2800">
                <a:solidFill>
                  <a:srgbClr val="0D1326"/>
                </a:solidFill>
              </a:defRPr>
            </a:lvl1pPr>
          </a:lstStyle>
          <a:p xmlns:a="http://schemas.openxmlformats.org/drawingml/2006/main">
            <a:pPr algn="l"/>
            <a:r>
              <a:rPr sz="2800" b="1" i="0" u="none" strike="noStrike" spc="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桌面端 · 行情浏览</a:t>
            </a:r>
          </a:p>
        </p:txBody>
      </p:sp>
      <p:sp>
        <p:nvSpPr>
          <p:cNvPr id="3" name="Text Box 2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990600"/>
            <a:ext cx="101600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 anchorCtr="0">
            <a:noAutofit/>
          </a:bodyPr>
          <a:lstStyle xmlns:a="http://schemas.openxmlformats.org/drawingml/2006/main">
            <a:lvl1pPr>
              <a:buNone/>
              <a:defRPr sz="1300">
                <a:solidFill>
                  <a:srgbClr val="536174"/>
                </a:solidFill>
              </a:defRPr>
            </a:lvl1pPr>
          </a:lstStyle>
          <a:p xmlns:a="http://schemas.openxmlformats.org/drawingml/2006/main">
            <a:pPr algn="l"/>
            <a:r>
              <a:rPr sz="1300" b="0" i="0" u="none" strike="noStrike" spc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自选股主界面 / 沪深 A 股全市场列表 / 个股分时图</a:t>
            </a:r>
          </a:p>
        </p:txBody>
      </p:sp>
      <p:cxnSp>
        <p:nvCxnSpPr>
          <p:cNvPr id="4" name="Connector"/>
          <p:cNvCxnSpPr/>
          <p:nvPr/>
        </p:nvCxnSpPr>
        <p:spPr>
          <a:xfrm xmlns:a="http://schemas.openxmlformats.org/drawingml/2006/main" rot="-3907">
            <a:off x="508004" y="1365251"/>
            <a:ext cx="11176000" cy="12700"/>
          </a:xfrm>
          <a:prstGeom xmlns:a="http://schemas.openxmlformats.org/drawingml/2006/main" prst="straightConnector1">
            <a:avLst/>
          </a:prstGeom>
          <a:solidFill xmlns:a="http://schemas.openxmlformats.org/drawingml/2006/main">
            <a:srgbClr val="DEE0E3"/>
          </a:solidFill>
          <a:ln xmlns:a="http://schemas.openxmlformats.org/drawingml/2006/main" w="12700" cap="flat" cmpd="sng">
            <a:solidFill>
              <a:srgbClr val="DDE2EC"/>
            </a:solidFill>
            <a:round/>
          </a:ln>
        </p:spPr>
      </p:cxnSp>
      <p:pic>
        <p:nvPicPr>
          <p:cNvPr id="5" name="Picture 4"/>
          <p:cNvPicPr/>
          <p:nvPr/>
        </p:nvPicPr>
        <p:blipFill>
          <a:blip xmlns:a="http://schemas.openxmlformats.org/drawingml/2006/main" xmlns:r="http://schemas.openxmlformats.org/officeDocument/2006/relationships" r:embed="rId1"/>
          <a:srcRect xmlns:a="http://schemas.openxmlformats.org/drawingml/2006/main" l="0" t="6186" r="0" b="6186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508000" y="1651000"/>
            <a:ext cx="3683000" cy="1752600"/>
          </a:xfrm>
          <a:prstGeom xmlns:a="http://schemas.openxmlformats.org/drawingml/2006/main" prst="roundRect">
            <a:avLst>
              <a:gd name="adj" fmla="val 2540"/>
            </a:avLst>
          </a:prstGeom>
          <a:noFill xmlns:a="http://schemas.openxmlformats.org/drawingml/2006/main"/>
          <a:ln xmlns:a="http://schemas.openxmlformats.org/drawingml/2006/main" w="25400" cap="flat" cmpd="sng">
            <a:noFill/>
            <a:round/>
          </a:ln>
        </p:spPr>
      </p:pic>
      <p:sp>
        <p:nvSpPr>
          <p:cNvPr id="6" name="Text Box 5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3479800"/>
            <a:ext cx="368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 anchorCtr="0">
            <a:noAutofit/>
          </a:bodyPr>
          <a:lstStyle xmlns:a="http://schemas.openxmlformats.org/drawingml/2006/main">
            <a:lvl1pPr>
              <a:buNone/>
              <a:defRPr sz="1100">
                <a:solidFill>
                  <a:srgbClr val="8A94A6"/>
                </a:solidFill>
              </a:defRPr>
            </a:lvl1pPr>
          </a:lstStyle>
          <a:p xmlns:a="http://schemas.openxmlformats.org/drawingml/2006/main">
            <a:pPr algn="l"/>
            <a:r>
              <a:rPr sz="1100" b="0" i="0" u="none" strike="noStrike" spc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自选股：14 只，红涨绿跌实时刷新</a:t>
            </a:r>
          </a:p>
        </p:txBody>
      </p:sp>
      <p:pic>
        <p:nvPicPr>
          <p:cNvPr id="7" name="Picture 6"/>
          <p:cNvPicPr/>
          <p:nvPr/>
        </p:nvPicPr>
        <p:blipFill>
          <a:blip xmlns:a="http://schemas.openxmlformats.org/drawingml/2006/main" xmlns:r="http://schemas.openxmlformats.org/officeDocument/2006/relationships" r:embed="rId2"/>
          <a:srcRect xmlns:a="http://schemas.openxmlformats.org/drawingml/2006/main" l="0" t="6186" r="0" b="6186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4318000" y="1651000"/>
            <a:ext cx="3683000" cy="1752600"/>
          </a:xfrm>
          <a:prstGeom xmlns:a="http://schemas.openxmlformats.org/drawingml/2006/main" prst="roundRect">
            <a:avLst>
              <a:gd name="adj" fmla="val 2540"/>
            </a:avLst>
          </a:prstGeom>
          <a:noFill xmlns:a="http://schemas.openxmlformats.org/drawingml/2006/main"/>
          <a:ln xmlns:a="http://schemas.openxmlformats.org/drawingml/2006/main" w="25400" cap="flat" cmpd="sng">
            <a:noFill/>
            <a:round/>
          </a:ln>
        </p:spPr>
      </p:pic>
      <p:sp>
        <p:nvSpPr>
          <p:cNvPr id="8" name="Text Box 7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3479800"/>
            <a:ext cx="368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 anchorCtr="0">
            <a:noAutofit/>
          </a:bodyPr>
          <a:lstStyle xmlns:a="http://schemas.openxmlformats.org/drawingml/2006/main">
            <a:lvl1pPr>
              <a:buNone/>
              <a:defRPr sz="1100">
                <a:solidFill>
                  <a:srgbClr val="8A94A6"/>
                </a:solidFill>
              </a:defRPr>
            </a:lvl1pPr>
          </a:lstStyle>
          <a:p xmlns:a="http://schemas.openxmlformats.org/drawingml/2006/main">
            <a:pPr algn="l"/>
            <a:r>
              <a:rPr sz="1100" b="0" i="0" u="none" strike="noStrike" spc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沪深 A 股：全市场 5973 只股票</a:t>
            </a:r>
          </a:p>
        </p:txBody>
      </p:sp>
      <p:pic>
        <p:nvPicPr>
          <p:cNvPr id="9" name="Picture 8"/>
          <p:cNvPicPr/>
          <p:nvPr/>
        </p:nvPicPr>
        <p:blipFill>
          <a:blip xmlns:a="http://schemas.openxmlformats.org/drawingml/2006/main" xmlns:r="http://schemas.openxmlformats.org/officeDocument/2006/relationships" r:embed="rId3"/>
          <a:srcRect xmlns:a="http://schemas.openxmlformats.org/drawingml/2006/main" l="0" t="6186" r="0" b="6186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8128000" y="1651000"/>
            <a:ext cx="3683000" cy="1752600"/>
          </a:xfrm>
          <a:prstGeom xmlns:a="http://schemas.openxmlformats.org/drawingml/2006/main" prst="roundRect">
            <a:avLst>
              <a:gd name="adj" fmla="val 2540"/>
            </a:avLst>
          </a:prstGeom>
          <a:noFill xmlns:a="http://schemas.openxmlformats.org/drawingml/2006/main"/>
          <a:ln xmlns:a="http://schemas.openxmlformats.org/drawingml/2006/main" w="25400" cap="flat" cmpd="sng">
            <a:noFill/>
            <a:round/>
          </a:ln>
        </p:spPr>
      </p:pic>
      <p:sp>
        <p:nvSpPr>
          <p:cNvPr id="10" name="Text Box 9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3479800"/>
            <a:ext cx="368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 anchorCtr="0">
            <a:noAutofit/>
          </a:bodyPr>
          <a:lstStyle xmlns:a="http://schemas.openxmlformats.org/drawingml/2006/main">
            <a:lvl1pPr>
              <a:buNone/>
              <a:defRPr sz="1100">
                <a:solidFill>
                  <a:srgbClr val="8A94A6"/>
                </a:solidFill>
              </a:defRPr>
            </a:lvl1pPr>
          </a:lstStyle>
          <a:p xmlns:a="http://schemas.openxmlformats.org/drawingml/2006/main">
            <a:pPr algn="l"/>
            <a:r>
              <a:rPr sz="1100" b="0" i="0" u="none" strike="noStrike" spc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分时图：价格线 + 均价线 + 昨收</a:t>
            </a:r>
          </a:p>
        </p:txBody>
      </p:sp>
      <p:sp>
        <p:nvSpPr>
          <p:cNvPr id="11" name="Text Box 10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4191000"/>
            <a:ext cx="11176000" cy="177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 anchorCtr="0">
            <a:no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1300">
                <a:solidFill>
                  <a:srgbClr val="536174"/>
                </a:solidFill>
              </a:defRPr>
            </a:lvl1pPr>
          </a:lstStyle>
          <a:p xmlns:a="http://schemas.openxmlformats.org/drawingml/2006/main">
            <a:pPr algn="l">
              <a:lnSpc>
                <a:spcPct val="150000"/>
              </a:lnSpc>
            </a:pPr>
            <a:r>
              <a:rPr sz="1300" b="0" i="0" u="none" strike="noStrike" spc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顶部指数栏：上证 / 深成 / 创业板 / 沪深 300 / 科创 50 实时涨跌</a:t>
            </a:r>
          </a:p>
          <a:p xmlns:a="http://schemas.openxmlformats.org/drawingml/2006/main">
            <a:pPr algn="l">
              <a:lnSpc>
                <a:spcPct val="150000"/>
              </a:lnSpc>
            </a:pPr>
            <a:r>
              <a:rPr sz="1300" b="0" i="0" u="none" strike="noStrike" spc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侧边栏导航：行情（自选股/沪深A股/回测/预警/选股/AI/价格行为AI/设置）</a:t>
            </a:r>
          </a:p>
          <a:p xmlns:a="http://schemas.openxmlformats.org/drawingml/2006/main">
            <a:pPr algn="l">
              <a:lnSpc>
                <a:spcPct val="150000"/>
              </a:lnSpc>
            </a:pPr>
            <a:r>
              <a:rPr sz="1300" b="0" i="0" u="none" strike="noStrike" spc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搜索框：输入代码 / 名称 / 拼音首字母，东财 searchapi 过滤 AStock</a:t>
            </a:r>
          </a:p>
          <a:p xmlns:a="http://schemas.openxmlformats.org/drawingml/2006/main">
            <a:pPr algn="l">
              <a:lnSpc>
                <a:spcPct val="150000"/>
              </a:lnSpc>
            </a:pPr>
            <a:r>
              <a:rPr sz="1300" b="0" i="0" u="none" strike="noStrike" spc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右上角：AI 助手开关 / 监盘开关 / 窗口管理 / 刷新间隔设置</a:t>
            </a:r>
          </a:p>
        </p:txBody>
      </p:sp>
    </p:spTree>
  </p:cSld>
  <p:clrMapOvr>
    <a:masterClrMapping xmlns:a="http://schemas.openxmlformats.org/drawingml/2006/main"/>
  </p:clrMapOvr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2F4F8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457200"/>
            <a:ext cx="7620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 anchorCtr="0">
            <a:noAutofit/>
          </a:bodyPr>
          <a:lstStyle xmlns:a="http://schemas.openxmlformats.org/drawingml/2006/main">
            <a:lvl1pPr>
              <a:buNone/>
              <a:defRPr sz="2800">
                <a:solidFill>
                  <a:srgbClr val="0D1326"/>
                </a:solidFill>
              </a:defRPr>
            </a:lvl1pPr>
          </a:lstStyle>
          <a:p xmlns:a="http://schemas.openxmlformats.org/drawingml/2006/main">
            <a:pPr algn="l"/>
            <a:r>
              <a:rPr sz="2800" b="1" i="0" u="none" strike="noStrike" spc="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桌面端 · K 线多周期</a:t>
            </a:r>
          </a:p>
        </p:txBody>
      </p:sp>
      <p:sp>
        <p:nvSpPr>
          <p:cNvPr id="3" name="Text Box 2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990600"/>
            <a:ext cx="101600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 anchorCtr="0">
            <a:noAutofit/>
          </a:bodyPr>
          <a:lstStyle xmlns:a="http://schemas.openxmlformats.org/drawingml/2006/main">
            <a:lvl1pPr>
              <a:buNone/>
              <a:defRPr sz="1300">
                <a:solidFill>
                  <a:srgbClr val="536174"/>
                </a:solidFill>
              </a:defRPr>
            </a:lvl1pPr>
          </a:lstStyle>
          <a:p xmlns:a="http://schemas.openxmlformats.org/drawingml/2006/main">
            <a:pPr algn="l"/>
            <a:r>
              <a:rPr sz="1300" b="0" i="0" u="none" strike="noStrike" spc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日 K / 周 K / 月 K 周期切换，MA5/10/20/60 叠加，成交量副图</a:t>
            </a:r>
          </a:p>
        </p:txBody>
      </p:sp>
      <p:cxnSp>
        <p:nvCxnSpPr>
          <p:cNvPr id="4" name="Connector"/>
          <p:cNvCxnSpPr/>
          <p:nvPr/>
        </p:nvCxnSpPr>
        <p:spPr>
          <a:xfrm xmlns:a="http://schemas.openxmlformats.org/drawingml/2006/main" rot="-3907">
            <a:off x="508004" y="1365251"/>
            <a:ext cx="11176000" cy="12700"/>
          </a:xfrm>
          <a:prstGeom xmlns:a="http://schemas.openxmlformats.org/drawingml/2006/main" prst="straightConnector1">
            <a:avLst/>
          </a:prstGeom>
          <a:solidFill xmlns:a="http://schemas.openxmlformats.org/drawingml/2006/main">
            <a:srgbClr val="DEE0E3"/>
          </a:solidFill>
          <a:ln xmlns:a="http://schemas.openxmlformats.org/drawingml/2006/main" w="12700" cap="flat" cmpd="sng">
            <a:solidFill>
              <a:srgbClr val="DDE2EC"/>
            </a:solidFill>
            <a:round/>
          </a:ln>
        </p:spPr>
      </p:cxnSp>
      <p:pic>
        <p:nvPicPr>
          <p:cNvPr id="5" name="Picture 4"/>
          <p:cNvPicPr/>
          <p:nvPr/>
        </p:nvPicPr>
        <p:blipFill>
          <a:blip xmlns:a="http://schemas.openxmlformats.org/drawingml/2006/main" xmlns:r="http://schemas.openxmlformats.org/officeDocument/2006/relationships" r:embed="rId1"/>
          <a:srcRect xmlns:a="http://schemas.openxmlformats.org/drawingml/2006/main" l="0" t="6186" r="0" b="6186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508000" y="1651000"/>
            <a:ext cx="3683000" cy="1752600"/>
          </a:xfrm>
          <a:prstGeom xmlns:a="http://schemas.openxmlformats.org/drawingml/2006/main" prst="roundRect">
            <a:avLst>
              <a:gd name="adj" fmla="val 2540"/>
            </a:avLst>
          </a:prstGeom>
          <a:noFill xmlns:a="http://schemas.openxmlformats.org/drawingml/2006/main"/>
          <a:ln xmlns:a="http://schemas.openxmlformats.org/drawingml/2006/main" w="25400" cap="flat" cmpd="sng">
            <a:noFill/>
            <a:round/>
          </a:ln>
        </p:spPr>
      </p:pic>
      <p:sp>
        <p:nvSpPr>
          <p:cNvPr id="6" name="Text Box 5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3479800"/>
            <a:ext cx="368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 anchorCtr="0">
            <a:noAutofit/>
          </a:bodyPr>
          <a:lstStyle xmlns:a="http://schemas.openxmlformats.org/drawingml/2006/main">
            <a:lvl1pPr>
              <a:buNone/>
              <a:defRPr sz="1100">
                <a:solidFill>
                  <a:srgbClr val="8A94A6"/>
                </a:solidFill>
              </a:defRPr>
            </a:lvl1pPr>
          </a:lstStyle>
          <a:p xmlns:a="http://schemas.openxmlformats.org/drawingml/2006/main">
            <a:pPr algn="l"/>
            <a:r>
              <a:rPr sz="1100" b="0" i="0" u="none" strike="noStrike" spc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日 K：蜡烛 + MA + 五档盘口 + 新闻聚合</a:t>
            </a:r>
          </a:p>
        </p:txBody>
      </p:sp>
      <p:pic>
        <p:nvPicPr>
          <p:cNvPr id="7" name="Picture 6"/>
          <p:cNvPicPr/>
          <p:nvPr/>
        </p:nvPicPr>
        <p:blipFill>
          <a:blip xmlns:a="http://schemas.openxmlformats.org/drawingml/2006/main" xmlns:r="http://schemas.openxmlformats.org/officeDocument/2006/relationships" r:embed="rId2"/>
          <a:srcRect xmlns:a="http://schemas.openxmlformats.org/drawingml/2006/main" l="0" t="6186" r="0" b="6186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4318000" y="1651000"/>
            <a:ext cx="3683000" cy="1752600"/>
          </a:xfrm>
          <a:prstGeom xmlns:a="http://schemas.openxmlformats.org/drawingml/2006/main" prst="roundRect">
            <a:avLst>
              <a:gd name="adj" fmla="val 2540"/>
            </a:avLst>
          </a:prstGeom>
          <a:noFill xmlns:a="http://schemas.openxmlformats.org/drawingml/2006/main"/>
          <a:ln xmlns:a="http://schemas.openxmlformats.org/drawingml/2006/main" w="25400" cap="flat" cmpd="sng">
            <a:noFill/>
            <a:round/>
          </a:ln>
        </p:spPr>
      </p:pic>
      <p:sp>
        <p:nvSpPr>
          <p:cNvPr id="8" name="Text Box 7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3479800"/>
            <a:ext cx="368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 anchorCtr="0">
            <a:noAutofit/>
          </a:bodyPr>
          <a:lstStyle xmlns:a="http://schemas.openxmlformats.org/drawingml/2006/main">
            <a:lvl1pPr>
              <a:buNone/>
              <a:defRPr sz="1100">
                <a:solidFill>
                  <a:srgbClr val="8A94A6"/>
                </a:solidFill>
              </a:defRPr>
            </a:lvl1pPr>
          </a:lstStyle>
          <a:p xmlns:a="http://schemas.openxmlformats.org/drawingml/2006/main">
            <a:pPr algn="l"/>
            <a:r>
              <a:rPr sz="1100" b="0" i="0" u="none" strike="noStrike" spc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周 K：本地日线聚合，趋势更清晰</a:t>
            </a:r>
          </a:p>
        </p:txBody>
      </p:sp>
      <p:pic>
        <p:nvPicPr>
          <p:cNvPr id="9" name="Picture 8"/>
          <p:cNvPicPr/>
          <p:nvPr/>
        </p:nvPicPr>
        <p:blipFill>
          <a:blip xmlns:a="http://schemas.openxmlformats.org/drawingml/2006/main" xmlns:r="http://schemas.openxmlformats.org/officeDocument/2006/relationships" r:embed="rId3"/>
          <a:srcRect xmlns:a="http://schemas.openxmlformats.org/drawingml/2006/main" l="0" t="6186" r="0" b="6186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8128000" y="1651000"/>
            <a:ext cx="3683000" cy="1752600"/>
          </a:xfrm>
          <a:prstGeom xmlns:a="http://schemas.openxmlformats.org/drawingml/2006/main" prst="roundRect">
            <a:avLst>
              <a:gd name="adj" fmla="val 2540"/>
            </a:avLst>
          </a:prstGeom>
          <a:noFill xmlns:a="http://schemas.openxmlformats.org/drawingml/2006/main"/>
          <a:ln xmlns:a="http://schemas.openxmlformats.org/drawingml/2006/main" w="25400" cap="flat" cmpd="sng">
            <a:noFill/>
            <a:round/>
          </a:ln>
        </p:spPr>
      </p:pic>
      <p:sp>
        <p:nvSpPr>
          <p:cNvPr id="10" name="Text Box 9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3479800"/>
            <a:ext cx="368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 anchorCtr="0">
            <a:noAutofit/>
          </a:bodyPr>
          <a:lstStyle xmlns:a="http://schemas.openxmlformats.org/drawingml/2006/main">
            <a:lvl1pPr>
              <a:buNone/>
              <a:defRPr sz="1100">
                <a:solidFill>
                  <a:srgbClr val="8A94A6"/>
                </a:solidFill>
              </a:defRPr>
            </a:lvl1pPr>
          </a:lstStyle>
          <a:p xmlns:a="http://schemas.openxmlformats.org/drawingml/2006/main">
            <a:pPr algn="l"/>
            <a:r>
              <a:rPr sz="1100" b="0" i="0" u="none" strike="noStrike" spc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月 K：长周期定位</a:t>
            </a:r>
          </a:p>
        </p:txBody>
      </p:sp>
      <p:sp>
        <p:nvSpPr>
          <p:cNvPr id="11" name="Text Box 10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4191000"/>
            <a:ext cx="11176000" cy="177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 anchorCtr="0">
            <a:no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1300">
                <a:solidFill>
                  <a:srgbClr val="536174"/>
                </a:solidFill>
              </a:defRPr>
            </a:lvl1pPr>
          </a:lstStyle>
          <a:p xmlns:a="http://schemas.openxmlformats.org/drawingml/2006/main">
            <a:pPr algn="l">
              <a:lnSpc>
                <a:spcPct val="150000"/>
              </a:lnSpc>
            </a:pPr>
            <a:r>
              <a:rPr sz="1300" b="0" i="0" u="none" strike="noStrike" spc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指标切换：MACD / KDJ / RSI 右侧开关，ECharts custom series 双 grid 联动</a:t>
            </a:r>
          </a:p>
          <a:p xmlns:a="http://schemas.openxmlformats.org/drawingml/2006/main">
            <a:pPr algn="l">
              <a:lnSpc>
                <a:spcPct val="150000"/>
              </a:lnSpc>
            </a:pPr>
            <a:r>
              <a:rPr sz="1300" b="0" i="0" u="none" strike="noStrike" spc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画线工具条：趋势线 / 射线 / 水平线 / 矩形 / 斐波那契 / 通道，100 版历史</a:t>
            </a:r>
          </a:p>
          <a:p xmlns:a="http://schemas.openxmlformats.org/drawingml/2006/main">
            <a:pPr algn="l">
              <a:lnSpc>
                <a:spcPct val="150000"/>
              </a:lnSpc>
            </a:pPr>
            <a:r>
              <a:rPr sz="1300" b="0" i="0" u="none" strike="noStrike" spc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新闻聚合：K 线日期范围自动匹配新闻，AI 时间线梳理</a:t>
            </a:r>
          </a:p>
          <a:p xmlns:a="http://schemas.openxmlformats.org/drawingml/2006/main">
            <a:pPr algn="l">
              <a:lnSpc>
                <a:spcPct val="150000"/>
              </a:lnSpc>
            </a:pPr>
            <a:r>
              <a:rPr sz="1300" b="0" i="0" u="none" strike="noStrike" spc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AI 多周期预测：右侧面板自动分析当前 K 线形态</a:t>
            </a:r>
          </a:p>
        </p:txBody>
      </p:sp>
    </p:spTree>
  </p:cSld>
  <p:clrMapOvr>
    <a:masterClrMapping xmlns:a="http://schemas.openxmlformats.org/drawingml/2006/main"/>
  </p:clrMapOvr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2F4F8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457200"/>
            <a:ext cx="7620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 anchorCtr="0">
            <a:noAutofit/>
          </a:bodyPr>
          <a:lstStyle xmlns:a="http://schemas.openxmlformats.org/drawingml/2006/main">
            <a:lvl1pPr>
              <a:buNone/>
              <a:defRPr sz="2800">
                <a:solidFill>
                  <a:srgbClr val="0D1326"/>
                </a:solidFill>
              </a:defRPr>
            </a:lvl1pPr>
          </a:lstStyle>
          <a:p xmlns:a="http://schemas.openxmlformats.org/drawingml/2006/main">
            <a:pPr algn="l"/>
            <a:r>
              <a:rPr sz="2800" b="1" i="0" u="none" strike="noStrike" spc="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桌面端 · 工具与预警</a:t>
            </a:r>
          </a:p>
        </p:txBody>
      </p:sp>
      <p:sp>
        <p:nvSpPr>
          <p:cNvPr id="3" name="Text Box 2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990600"/>
            <a:ext cx="101600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 anchorCtr="0">
            <a:noAutofit/>
          </a:bodyPr>
          <a:lstStyle xmlns:a="http://schemas.openxmlformats.org/drawingml/2006/main">
            <a:lvl1pPr>
              <a:buNone/>
              <a:defRPr sz="1300">
                <a:solidFill>
                  <a:srgbClr val="536174"/>
                </a:solidFill>
              </a:defRPr>
            </a:lvl1pPr>
          </a:lstStyle>
          <a:p xmlns:a="http://schemas.openxmlformats.org/drawingml/2006/main">
            <a:pPr algn="l"/>
            <a:r>
              <a:rPr sz="1300" b="0" i="0" u="none" strike="noStrike" spc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量化回测编辑器 / 预警规则 / K 线画线</a:t>
            </a:r>
          </a:p>
        </p:txBody>
      </p:sp>
      <p:cxnSp>
        <p:nvCxnSpPr>
          <p:cNvPr id="4" name="Connector"/>
          <p:cNvCxnSpPr/>
          <p:nvPr/>
        </p:nvCxnSpPr>
        <p:spPr>
          <a:xfrm xmlns:a="http://schemas.openxmlformats.org/drawingml/2006/main" rot="-3907">
            <a:off x="508004" y="1365251"/>
            <a:ext cx="11176000" cy="12700"/>
          </a:xfrm>
          <a:prstGeom xmlns:a="http://schemas.openxmlformats.org/drawingml/2006/main" prst="straightConnector1">
            <a:avLst/>
          </a:prstGeom>
          <a:solidFill xmlns:a="http://schemas.openxmlformats.org/drawingml/2006/main">
            <a:srgbClr val="DEE0E3"/>
          </a:solidFill>
          <a:ln xmlns:a="http://schemas.openxmlformats.org/drawingml/2006/main" w="12700" cap="flat" cmpd="sng">
            <a:solidFill>
              <a:srgbClr val="DDE2EC"/>
            </a:solidFill>
            <a:round/>
          </a:ln>
        </p:spPr>
      </p:cxnSp>
      <p:pic>
        <p:nvPicPr>
          <p:cNvPr id="5" name="Picture 4"/>
          <p:cNvPicPr/>
          <p:nvPr/>
        </p:nvPicPr>
        <p:blipFill>
          <a:blip xmlns:a="http://schemas.openxmlformats.org/drawingml/2006/main" xmlns:r="http://schemas.openxmlformats.org/officeDocument/2006/relationships" r:embed="rId1"/>
          <a:srcRect xmlns:a="http://schemas.openxmlformats.org/drawingml/2006/main" l="0" t="6186" r="0" b="6186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508000" y="1651000"/>
            <a:ext cx="3683000" cy="1752600"/>
          </a:xfrm>
          <a:prstGeom xmlns:a="http://schemas.openxmlformats.org/drawingml/2006/main" prst="roundRect">
            <a:avLst>
              <a:gd name="adj" fmla="val 2540"/>
            </a:avLst>
          </a:prstGeom>
          <a:noFill xmlns:a="http://schemas.openxmlformats.org/drawingml/2006/main"/>
          <a:ln xmlns:a="http://schemas.openxmlformats.org/drawingml/2006/main" w="25400" cap="flat" cmpd="sng">
            <a:noFill/>
            <a:round/>
          </a:ln>
        </p:spPr>
      </p:pic>
      <p:sp>
        <p:nvSpPr>
          <p:cNvPr id="6" name="Text Box 5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3479800"/>
            <a:ext cx="368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 anchorCtr="0">
            <a:noAutofit/>
          </a:bodyPr>
          <a:lstStyle xmlns:a="http://schemas.openxmlformats.org/drawingml/2006/main">
            <a:lvl1pPr>
              <a:buNone/>
              <a:defRPr sz="1100">
                <a:solidFill>
                  <a:srgbClr val="8A94A6"/>
                </a:solidFill>
              </a:defRPr>
            </a:lvl1pPr>
          </a:lstStyle>
          <a:p xmlns:a="http://schemas.openxmlformats.org/drawingml/2006/main">
            <a:pPr algn="l"/>
            <a:r>
              <a:rPr sz="1100" b="0" i="0" u="none" strike="noStrike" spc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回测：模板 + CodeMirror Python 编辑器</a:t>
            </a:r>
          </a:p>
        </p:txBody>
      </p:sp>
      <p:pic>
        <p:nvPicPr>
          <p:cNvPr id="7" name="Picture 6"/>
          <p:cNvPicPr/>
          <p:nvPr/>
        </p:nvPicPr>
        <p:blipFill>
          <a:blip xmlns:a="http://schemas.openxmlformats.org/drawingml/2006/main" xmlns:r="http://schemas.openxmlformats.org/officeDocument/2006/relationships" r:embed="rId2"/>
          <a:srcRect xmlns:a="http://schemas.openxmlformats.org/drawingml/2006/main" l="0" t="6186" r="0" b="6186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4318000" y="1651000"/>
            <a:ext cx="3683000" cy="1752600"/>
          </a:xfrm>
          <a:prstGeom xmlns:a="http://schemas.openxmlformats.org/drawingml/2006/main" prst="roundRect">
            <a:avLst>
              <a:gd name="adj" fmla="val 2540"/>
            </a:avLst>
          </a:prstGeom>
          <a:noFill xmlns:a="http://schemas.openxmlformats.org/drawingml/2006/main"/>
          <a:ln xmlns:a="http://schemas.openxmlformats.org/drawingml/2006/main" w="25400" cap="flat" cmpd="sng">
            <a:noFill/>
            <a:round/>
          </a:ln>
        </p:spPr>
      </p:pic>
      <p:sp>
        <p:nvSpPr>
          <p:cNvPr id="8" name="Text Box 7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3479800"/>
            <a:ext cx="368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 anchorCtr="0">
            <a:noAutofit/>
          </a:bodyPr>
          <a:lstStyle xmlns:a="http://schemas.openxmlformats.org/drawingml/2006/main">
            <a:lvl1pPr>
              <a:buNone/>
              <a:defRPr sz="1100">
                <a:solidFill>
                  <a:srgbClr val="8A94A6"/>
                </a:solidFill>
              </a:defRPr>
            </a:lvl1pPr>
          </a:lstStyle>
          <a:p xmlns:a="http://schemas.openxmlformats.org/drawingml/2006/main">
            <a:pPr algn="l"/>
            <a:r>
              <a:rPr sz="1100" b="0" i="0" u="none" strike="noStrike" spc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预警：均线金叉死叉规则，立即扫描</a:t>
            </a:r>
          </a:p>
        </p:txBody>
      </p:sp>
      <p:pic>
        <p:nvPicPr>
          <p:cNvPr id="9" name="Picture 8"/>
          <p:cNvPicPr/>
          <p:nvPr/>
        </p:nvPicPr>
        <p:blipFill>
          <a:blip xmlns:a="http://schemas.openxmlformats.org/drawingml/2006/main" xmlns:r="http://schemas.openxmlformats.org/officeDocument/2006/relationships" r:embed="rId3"/>
          <a:srcRect xmlns:a="http://schemas.openxmlformats.org/drawingml/2006/main" l="0" t="6186" r="0" b="6186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8128000" y="1651000"/>
            <a:ext cx="3683000" cy="1752600"/>
          </a:xfrm>
          <a:prstGeom xmlns:a="http://schemas.openxmlformats.org/drawingml/2006/main" prst="roundRect">
            <a:avLst>
              <a:gd name="adj" fmla="val 2540"/>
            </a:avLst>
          </a:prstGeom>
          <a:noFill xmlns:a="http://schemas.openxmlformats.org/drawingml/2006/main"/>
          <a:ln xmlns:a="http://schemas.openxmlformats.org/drawingml/2006/main" w="25400" cap="flat" cmpd="sng">
            <a:noFill/>
            <a:round/>
          </a:ln>
        </p:spPr>
      </p:pic>
      <p:sp>
        <p:nvSpPr>
          <p:cNvPr id="10" name="Text Box 9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3479800"/>
            <a:ext cx="368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 anchorCtr="0">
            <a:noAutofit/>
          </a:bodyPr>
          <a:lstStyle xmlns:a="http://schemas.openxmlformats.org/drawingml/2006/main">
            <a:lvl1pPr>
              <a:buNone/>
              <a:defRPr sz="1100">
                <a:solidFill>
                  <a:srgbClr val="8A94A6"/>
                </a:solidFill>
              </a:defRPr>
            </a:lvl1pPr>
          </a:lstStyle>
          <a:p xmlns:a="http://schemas.openxmlformats.org/drawingml/2006/main">
            <a:pPr algn="l"/>
            <a:r>
              <a:rPr sz="1100" b="0" i="0" u="none" strike="noStrike" spc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画线：趋势线拖拽绘制，自动保存</a:t>
            </a:r>
          </a:p>
        </p:txBody>
      </p:sp>
      <p:sp>
        <p:nvSpPr>
          <p:cNvPr id="11" name="Text Box 10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4191000"/>
            <a:ext cx="11176000" cy="177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 anchorCtr="0">
            <a:no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1300">
                <a:solidFill>
                  <a:srgbClr val="536174"/>
                </a:solidFill>
              </a:defRPr>
            </a:lvl1pPr>
          </a:lstStyle>
          <a:p xmlns:a="http://schemas.openxmlformats.org/drawingml/2006/main">
            <a:pPr algn="l">
              <a:lnSpc>
                <a:spcPct val="150000"/>
              </a:lnSpc>
            </a:pPr>
            <a:r>
              <a:rPr sz="1300" b="0" i="0" u="none" strike="noStrike" spc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回测页：左侧策略模板列表（布林/breakout/双均线/海龟等），右侧 Python 代码编辑</a:t>
            </a:r>
          </a:p>
          <a:p xmlns:a="http://schemas.openxmlformats.org/drawingml/2006/main">
            <a:pPr algn="l">
              <a:lnSpc>
                <a:spcPct val="150000"/>
              </a:lnSpc>
            </a:pPr>
            <a:r>
              <a:rPr sz="1300" b="0" i="0" u="none" strike="noStrike" spc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预警页：选股票 + 选规则（均线金叉死叉）+ 参数，立即扫描触发条件</a:t>
            </a:r>
          </a:p>
          <a:p xmlns:a="http://schemas.openxmlformats.org/drawingml/2006/main">
            <a:pPr algn="l">
              <a:lnSpc>
                <a:spcPct val="150000"/>
              </a:lnSpc>
            </a:pPr>
            <a:r>
              <a:rPr sz="1300" b="0" i="0" u="none" strike="noStrike" spc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画线：日 K 图上选工具 + 颜色，拖拽鼠标绘制，自动保存到 drawings 表</a:t>
            </a:r>
          </a:p>
          <a:p xmlns:a="http://schemas.openxmlformats.org/drawingml/2006/main">
            <a:pPr algn="l">
              <a:lnSpc>
                <a:spcPct val="150000"/>
              </a:lnSpc>
            </a:pPr>
            <a:r>
              <a:rPr sz="1300" b="0" i="0" u="none" strike="noStrike" spc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行情库已就绪：5973 只股票，18,847,084 行日线，1991-06-01 至今</a:t>
            </a:r>
          </a:p>
        </p:txBody>
      </p:sp>
    </p:spTree>
  </p:cSld>
  <p:clrMapOvr>
    <a:masterClrMapping xmlns:a="http://schemas.openxmlformats.org/drawingml/2006/main"/>
  </p:clrMapOvr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2F4F8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457200"/>
            <a:ext cx="7620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 anchorCtr="0">
            <a:noAutofit/>
          </a:bodyPr>
          <a:lstStyle xmlns:a="http://schemas.openxmlformats.org/drawingml/2006/main">
            <a:lvl1pPr>
              <a:buNone/>
              <a:defRPr sz="2800">
                <a:solidFill>
                  <a:srgbClr val="0D1326"/>
                </a:solidFill>
              </a:defRPr>
            </a:lvl1pPr>
          </a:lstStyle>
          <a:p xmlns:a="http://schemas.openxmlformats.org/drawingml/2006/main">
            <a:pPr algn="l"/>
            <a:r>
              <a:rPr sz="2800" b="1" i="0" u="none" strike="noStrike" spc="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桌面端 · AI 与设置</a:t>
            </a:r>
          </a:p>
        </p:txBody>
      </p:sp>
      <p:sp>
        <p:nvSpPr>
          <p:cNvPr id="3" name="Text Box 2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990600"/>
            <a:ext cx="101600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 anchorCtr="0">
            <a:noAutofit/>
          </a:bodyPr>
          <a:lstStyle xmlns:a="http://schemas.openxmlformats.org/drawingml/2006/main">
            <a:lvl1pPr>
              <a:buNone/>
              <a:defRPr sz="1300">
                <a:solidFill>
                  <a:srgbClr val="536174"/>
                </a:solidFill>
              </a:defRPr>
            </a:lvl1pPr>
          </a:lstStyle>
          <a:p xmlns:a="http://schemas.openxmlformats.org/drawingml/2006/main">
            <a:pPr algn="l"/>
            <a:r>
              <a:rPr sz="1300" b="0" i="0" u="none" strike="noStrike" spc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AI 助手对话 / 价格行为 AI 分析 / 全局设置</a:t>
            </a:r>
          </a:p>
        </p:txBody>
      </p:sp>
      <p:cxnSp>
        <p:nvCxnSpPr>
          <p:cNvPr id="4" name="Connector"/>
          <p:cNvCxnSpPr/>
          <p:nvPr/>
        </p:nvCxnSpPr>
        <p:spPr>
          <a:xfrm xmlns:a="http://schemas.openxmlformats.org/drawingml/2006/main" rot="-3907">
            <a:off x="508004" y="1365251"/>
            <a:ext cx="11176000" cy="12700"/>
          </a:xfrm>
          <a:prstGeom xmlns:a="http://schemas.openxmlformats.org/drawingml/2006/main" prst="straightConnector1">
            <a:avLst/>
          </a:prstGeom>
          <a:solidFill xmlns:a="http://schemas.openxmlformats.org/drawingml/2006/main">
            <a:srgbClr val="DEE0E3"/>
          </a:solidFill>
          <a:ln xmlns:a="http://schemas.openxmlformats.org/drawingml/2006/main" w="12700" cap="flat" cmpd="sng">
            <a:solidFill>
              <a:srgbClr val="DDE2EC"/>
            </a:solidFill>
            <a:round/>
          </a:ln>
        </p:spPr>
      </p:cxnSp>
      <p:pic>
        <p:nvPicPr>
          <p:cNvPr id="5" name="Picture 4"/>
          <p:cNvPicPr/>
          <p:nvPr/>
        </p:nvPicPr>
        <p:blipFill>
          <a:blip xmlns:a="http://schemas.openxmlformats.org/drawingml/2006/main" xmlns:r="http://schemas.openxmlformats.org/officeDocument/2006/relationships" r:embed="rId1"/>
          <a:srcRect xmlns:a="http://schemas.openxmlformats.org/drawingml/2006/main" l="0" t="6186" r="0" b="6186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508000" y="1651000"/>
            <a:ext cx="3683000" cy="1752600"/>
          </a:xfrm>
          <a:prstGeom xmlns:a="http://schemas.openxmlformats.org/drawingml/2006/main" prst="roundRect">
            <a:avLst>
              <a:gd name="adj" fmla="val 2540"/>
            </a:avLst>
          </a:prstGeom>
          <a:noFill xmlns:a="http://schemas.openxmlformats.org/drawingml/2006/main"/>
          <a:ln xmlns:a="http://schemas.openxmlformats.org/drawingml/2006/main" w="25400" cap="flat" cmpd="sng">
            <a:noFill/>
            <a:round/>
          </a:ln>
        </p:spPr>
      </p:pic>
      <p:sp>
        <p:nvSpPr>
          <p:cNvPr id="6" name="Text Box 5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3479800"/>
            <a:ext cx="368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 anchorCtr="0">
            <a:noAutofit/>
          </a:bodyPr>
          <a:lstStyle xmlns:a="http://schemas.openxmlformats.org/drawingml/2006/main">
            <a:lvl1pPr>
              <a:buNone/>
              <a:defRPr sz="1100">
                <a:solidFill>
                  <a:srgbClr val="8A94A6"/>
                </a:solidFill>
              </a:defRPr>
            </a:lvl1pPr>
          </a:lstStyle>
          <a:p xmlns:a="http://schemas.openxmlformats.org/drawingml/2006/main">
            <a:pPr algn="l"/>
            <a:r>
              <a:rPr sz="1100" b="0" i="0" u="none" strike="noStrike" spc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AI 助手：读行情/写策略/选股</a:t>
            </a:r>
          </a:p>
        </p:txBody>
      </p:sp>
      <p:pic>
        <p:nvPicPr>
          <p:cNvPr id="7" name="Picture 6"/>
          <p:cNvPicPr/>
          <p:nvPr/>
        </p:nvPicPr>
        <p:blipFill>
          <a:blip xmlns:a="http://schemas.openxmlformats.org/drawingml/2006/main" xmlns:r="http://schemas.openxmlformats.org/officeDocument/2006/relationships" r:embed="rId2"/>
          <a:srcRect xmlns:a="http://schemas.openxmlformats.org/drawingml/2006/main" l="0" t="6186" r="0" b="6186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4318000" y="1651000"/>
            <a:ext cx="3683000" cy="1752600"/>
          </a:xfrm>
          <a:prstGeom xmlns:a="http://schemas.openxmlformats.org/drawingml/2006/main" prst="roundRect">
            <a:avLst>
              <a:gd name="adj" fmla="val 2540"/>
            </a:avLst>
          </a:prstGeom>
          <a:noFill xmlns:a="http://schemas.openxmlformats.org/drawingml/2006/main"/>
          <a:ln xmlns:a="http://schemas.openxmlformats.org/drawingml/2006/main" w="25400" cap="flat" cmpd="sng">
            <a:noFill/>
            <a:round/>
          </a:ln>
        </p:spPr>
      </p:pic>
      <p:sp>
        <p:nvSpPr>
          <p:cNvPr id="8" name="Text Box 7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3479800"/>
            <a:ext cx="368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 anchorCtr="0">
            <a:noAutofit/>
          </a:bodyPr>
          <a:lstStyle xmlns:a="http://schemas.openxmlformats.org/drawingml/2006/main">
            <a:lvl1pPr>
              <a:buNone/>
              <a:defRPr sz="1100">
                <a:solidFill>
                  <a:srgbClr val="8A94A6"/>
                </a:solidFill>
              </a:defRPr>
            </a:lvl1pPr>
          </a:lstStyle>
          <a:p xmlns:a="http://schemas.openxmlformats.org/drawingml/2006/main">
            <a:pPr algn="l"/>
            <a:r>
              <a:rPr sz="1100" b="0" i="0" u="none" strike="noStrike" spc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价格行为 AI：茅台日线 + EMA20</a:t>
            </a:r>
          </a:p>
        </p:txBody>
      </p:sp>
      <p:pic>
        <p:nvPicPr>
          <p:cNvPr id="9" name="Picture 8"/>
          <p:cNvPicPr/>
          <p:nvPr/>
        </p:nvPicPr>
        <p:blipFill>
          <a:blip xmlns:a="http://schemas.openxmlformats.org/drawingml/2006/main" xmlns:r="http://schemas.openxmlformats.org/officeDocument/2006/relationships" r:embed="rId3"/>
          <a:srcRect xmlns:a="http://schemas.openxmlformats.org/drawingml/2006/main" l="0" t="6186" r="0" b="6186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8128000" y="1651000"/>
            <a:ext cx="3683000" cy="1752600"/>
          </a:xfrm>
          <a:prstGeom xmlns:a="http://schemas.openxmlformats.org/drawingml/2006/main" prst="roundRect">
            <a:avLst>
              <a:gd name="adj" fmla="val 2540"/>
            </a:avLst>
          </a:prstGeom>
          <a:noFill xmlns:a="http://schemas.openxmlformats.org/drawingml/2006/main"/>
          <a:ln xmlns:a="http://schemas.openxmlformats.org/drawingml/2006/main" w="25400" cap="flat" cmpd="sng">
            <a:noFill/>
            <a:round/>
          </a:ln>
        </p:spPr>
      </p:pic>
      <p:sp>
        <p:nvSpPr>
          <p:cNvPr id="10" name="Text Box 9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3479800"/>
            <a:ext cx="368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 anchorCtr="0">
            <a:noAutofit/>
          </a:bodyPr>
          <a:lstStyle xmlns:a="http://schemas.openxmlformats.org/drawingml/2006/main">
            <a:lvl1pPr>
              <a:buNone/>
              <a:defRPr sz="1100">
                <a:solidFill>
                  <a:srgbClr val="8A94A6"/>
                </a:solidFill>
              </a:defRPr>
            </a:lvl1pPr>
          </a:lstStyle>
          <a:p xmlns:a="http://schemas.openxmlformats.org/drawingml/2006/main">
            <a:pPr algn="l"/>
            <a:r>
              <a:rPr sz="1100" b="0" i="0" u="none" strike="noStrike" spc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设置：行情刷新/快捷键/AI 后端</a:t>
            </a:r>
          </a:p>
        </p:txBody>
      </p:sp>
      <p:sp>
        <p:nvSpPr>
          <p:cNvPr id="11" name="Text Box 10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4191000"/>
            <a:ext cx="11176000" cy="177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 anchorCtr="0">
            <a:no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1300">
                <a:solidFill>
                  <a:srgbClr val="536174"/>
                </a:solidFill>
              </a:defRPr>
            </a:lvl1pPr>
          </a:lstStyle>
          <a:p xmlns:a="http://schemas.openxmlformats.org/drawingml/2006/main">
            <a:pPr algn="l">
              <a:lnSpc>
                <a:spcPct val="150000"/>
              </a:lnSpc>
            </a:pPr>
            <a:r>
              <a:rPr sz="1300" b="0" i="0" u="none" strike="noStrike" spc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AI 助手独立页：Agent 工具循环，写操作审计 + 一键回滚</a:t>
            </a:r>
          </a:p>
          <a:p xmlns:a="http://schemas.openxmlformats.org/drawingml/2006/main">
            <a:pPr algn="l">
              <a:lnSpc>
                <a:spcPct val="150000"/>
              </a:lnSpc>
            </a:pPr>
            <a:r>
              <a:rPr sz="1300" b="0" i="0" u="none" strike="noStrike" spc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价格行为 AI：Al Brooks 体系，两阶段推理，60/100 根 K 线上下文</a:t>
            </a:r>
          </a:p>
          <a:p xmlns:a="http://schemas.openxmlformats.org/drawingml/2006/main">
            <a:pPr algn="l">
              <a:lnSpc>
                <a:spcPct val="150000"/>
              </a:lnSpc>
            </a:pPr>
            <a:r>
              <a:rPr sz="1300" b="0" i="0" u="none" strike="noStrike" spc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设置页：行情刷新间隔、图表快捷键全套、AI 服务地址、模型后端</a:t>
            </a:r>
          </a:p>
          <a:p xmlns:a="http://schemas.openxmlformats.org/drawingml/2006/main">
            <a:pPr algn="l">
              <a:lnSpc>
                <a:spcPct val="150000"/>
              </a:lnSpc>
            </a:pPr>
            <a:r>
              <a:rPr sz="1300" b="0" i="0" u="none" strike="noStrike" spc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AI 后端支持 OpenAI 兼容 / DeepSeek / Ollama 本地，密钥不入库</a:t>
            </a:r>
          </a:p>
        </p:txBody>
      </p:sp>
    </p:spTree>
  </p:cSld>
  <p:clrMapOvr>
    <a:masterClrMapping xmlns:a="http://schemas.openxmlformats.org/drawingml/2006/main"/>
  </p:clrMapOvr>
</p:sld>
</file>

<file path=ppt/theme/theme2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(4:3)</PresentationFormat>
  <Slides>19</Slides>
  <Notes>0</Notes>
  <HiddenSlides>0</HiddenSlides>
  <ScaleCrop>false</ScaleCrop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